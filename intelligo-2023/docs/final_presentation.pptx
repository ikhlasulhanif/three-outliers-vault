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Poppins"/>
      <p:regular r:id="rId28"/>
      <p:bold r:id="rId29"/>
      <p:italic r:id="rId30"/>
      <p:boldItalic r:id="rId31"/>
    </p:embeddedFont>
    <p:embeddedFont>
      <p:font typeface="Barlow Semi Condensed Medium"/>
      <p:regular r:id="rId32"/>
      <p:bold r:id="rId33"/>
      <p:italic r:id="rId34"/>
      <p:boldItalic r:id="rId35"/>
    </p:embeddedFont>
    <p:embeddedFont>
      <p:font typeface="Barlow Semi Condensed"/>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3F1941-A792-4188-A123-58E91299C43A}">
  <a:tblStyle styleId="{743F1941-A792-4188-A123-58E91299C4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oppins-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5.xml"/><Relationship Id="rId33" Type="http://schemas.openxmlformats.org/officeDocument/2006/relationships/font" Target="fonts/BarlowSemiCondensedMedium-bold.fntdata"/><Relationship Id="rId10" Type="http://schemas.openxmlformats.org/officeDocument/2006/relationships/slide" Target="slides/slide4.xml"/><Relationship Id="rId32" Type="http://schemas.openxmlformats.org/officeDocument/2006/relationships/font" Target="fonts/BarlowSemiCondensedMedium-regular.fntdata"/><Relationship Id="rId13" Type="http://schemas.openxmlformats.org/officeDocument/2006/relationships/slide" Target="slides/slide7.xml"/><Relationship Id="rId35" Type="http://schemas.openxmlformats.org/officeDocument/2006/relationships/font" Target="fonts/BarlowSemiCondensedMedium-boldItalic.fntdata"/><Relationship Id="rId12" Type="http://schemas.openxmlformats.org/officeDocument/2006/relationships/slide" Target="slides/slide6.xml"/><Relationship Id="rId34" Type="http://schemas.openxmlformats.org/officeDocument/2006/relationships/font" Target="fonts/BarlowSemiCondensedMedium-italic.fntdata"/><Relationship Id="rId15" Type="http://schemas.openxmlformats.org/officeDocument/2006/relationships/slide" Target="slides/slide9.xml"/><Relationship Id="rId37" Type="http://schemas.openxmlformats.org/officeDocument/2006/relationships/font" Target="fonts/BarlowSemiCondensed-bold.fntdata"/><Relationship Id="rId14" Type="http://schemas.openxmlformats.org/officeDocument/2006/relationships/slide" Target="slides/slide8.xml"/><Relationship Id="rId36" Type="http://schemas.openxmlformats.org/officeDocument/2006/relationships/font" Target="fonts/BarlowSemiCondensed-regular.fntdata"/><Relationship Id="rId17" Type="http://schemas.openxmlformats.org/officeDocument/2006/relationships/slide" Target="slides/slide11.xml"/><Relationship Id="rId39" Type="http://schemas.openxmlformats.org/officeDocument/2006/relationships/font" Target="fonts/BarlowSemiCondensed-boldItalic.fntdata"/><Relationship Id="rId16" Type="http://schemas.openxmlformats.org/officeDocument/2006/relationships/slide" Target="slides/slide10.xml"/><Relationship Id="rId38" Type="http://schemas.openxmlformats.org/officeDocument/2006/relationships/font" Target="fonts/BarlowSemiCondense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8ddac899e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8ddac899e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4da21835b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4da21835b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8ddac899e5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8ddac899e5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6546881f8c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6546881f8c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8b6092b05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8b6092b05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8b6092b05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28b6092b05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8b6d37e4e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8b6d37e4e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8b6d37e4e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8b6d37e4e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634f02b50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634f02b50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8ddac899e5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8ddac899e5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8b6092b05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8b6092b05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6546881f8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6546881f8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8ddac899e5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8ddac899e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6546881f8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6546881f8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8b6092b05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28b6092b05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8ddac899e5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8ddac899e5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8b6092b056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8b6092b056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8b6d37e4e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28b6d37e4e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8b6092b05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8b6092b05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6544e0afab_0_19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6544e0afab_0_19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type="ctrTitle"/>
          </p:nvPr>
        </p:nvSpPr>
        <p:spPr>
          <a:xfrm>
            <a:off x="5248656" y="2002536"/>
            <a:ext cx="3264300" cy="1792200"/>
          </a:xfrm>
          <a:prstGeom prst="rect">
            <a:avLst/>
          </a:prstGeom>
        </p:spPr>
        <p:txBody>
          <a:bodyPr anchorCtr="0" anchor="b" bIns="91425" lIns="91425" spcFirstLastPara="1" rIns="91425" wrap="square" tIns="91425">
            <a:normAutofit/>
          </a:bodyPr>
          <a:lstStyle>
            <a:lvl1pPr lvl="0" rtl="0" algn="r">
              <a:spcBef>
                <a:spcPts val="0"/>
              </a:spcBef>
              <a:spcAft>
                <a:spcPts val="0"/>
              </a:spcAft>
              <a:buSzPts val="5200"/>
              <a:buNone/>
              <a:defRPr sz="5200"/>
            </a:lvl1pPr>
            <a:lvl2pPr lvl="1" rtl="0" algn="r">
              <a:spcBef>
                <a:spcPts val="0"/>
              </a:spcBef>
              <a:spcAft>
                <a:spcPts val="0"/>
              </a:spcAft>
              <a:buSzPts val="5200"/>
              <a:buNone/>
              <a:defRPr sz="5200"/>
            </a:lvl2pPr>
            <a:lvl3pPr lvl="2" rtl="0" algn="r">
              <a:spcBef>
                <a:spcPts val="0"/>
              </a:spcBef>
              <a:spcAft>
                <a:spcPts val="0"/>
              </a:spcAft>
              <a:buSzPts val="5200"/>
              <a:buNone/>
              <a:defRPr sz="5200"/>
            </a:lvl3pPr>
            <a:lvl4pPr lvl="3" rtl="0" algn="r">
              <a:spcBef>
                <a:spcPts val="0"/>
              </a:spcBef>
              <a:spcAft>
                <a:spcPts val="0"/>
              </a:spcAft>
              <a:buSzPts val="5200"/>
              <a:buNone/>
              <a:defRPr sz="5200"/>
            </a:lvl4pPr>
            <a:lvl5pPr lvl="4" rtl="0" algn="r">
              <a:spcBef>
                <a:spcPts val="0"/>
              </a:spcBef>
              <a:spcAft>
                <a:spcPts val="0"/>
              </a:spcAft>
              <a:buSzPts val="5200"/>
              <a:buNone/>
              <a:defRPr sz="5200"/>
            </a:lvl5pPr>
            <a:lvl6pPr lvl="5" rtl="0" algn="r">
              <a:spcBef>
                <a:spcPts val="0"/>
              </a:spcBef>
              <a:spcAft>
                <a:spcPts val="0"/>
              </a:spcAft>
              <a:buSzPts val="5200"/>
              <a:buNone/>
              <a:defRPr sz="5200"/>
            </a:lvl6pPr>
            <a:lvl7pPr lvl="6" rtl="0" algn="r">
              <a:spcBef>
                <a:spcPts val="0"/>
              </a:spcBef>
              <a:spcAft>
                <a:spcPts val="0"/>
              </a:spcAft>
              <a:buSzPts val="5200"/>
              <a:buNone/>
              <a:defRPr sz="5200"/>
            </a:lvl7pPr>
            <a:lvl8pPr lvl="7" rtl="0" algn="r">
              <a:spcBef>
                <a:spcPts val="0"/>
              </a:spcBef>
              <a:spcAft>
                <a:spcPts val="0"/>
              </a:spcAft>
              <a:buSzPts val="5200"/>
              <a:buNone/>
              <a:defRPr sz="5200"/>
            </a:lvl8pPr>
            <a:lvl9pPr lvl="8" rtl="0" algn="r">
              <a:spcBef>
                <a:spcPts val="0"/>
              </a:spcBef>
              <a:spcAft>
                <a:spcPts val="0"/>
              </a:spcAft>
              <a:buSzPts val="5200"/>
              <a:buNone/>
              <a:defRPr sz="5200"/>
            </a:lvl9pPr>
          </a:lstStyle>
          <a:p/>
        </p:txBody>
      </p:sp>
      <p:sp>
        <p:nvSpPr>
          <p:cNvPr id="52" name="Google Shape;52;p13"/>
          <p:cNvSpPr txBox="1"/>
          <p:nvPr>
            <p:ph idx="1" type="subTitle"/>
          </p:nvPr>
        </p:nvSpPr>
        <p:spPr>
          <a:xfrm>
            <a:off x="5248656" y="3721608"/>
            <a:ext cx="3264300" cy="8961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rtl="0" algn="r">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p:txBody>
      </p:sp>
      <p:cxnSp>
        <p:nvCxnSpPr>
          <p:cNvPr id="53" name="Google Shape;53;p13"/>
          <p:cNvCxnSpPr/>
          <p:nvPr/>
        </p:nvCxnSpPr>
        <p:spPr>
          <a:xfrm flipH="1">
            <a:off x="5827050" y="451300"/>
            <a:ext cx="1672500" cy="126000"/>
          </a:xfrm>
          <a:prstGeom prst="straightConnector1">
            <a:avLst/>
          </a:prstGeom>
          <a:noFill/>
          <a:ln cap="flat" cmpd="sng" w="9525">
            <a:solidFill>
              <a:schemeClr val="dk1"/>
            </a:solidFill>
            <a:prstDash val="solid"/>
            <a:round/>
            <a:headEnd len="med" w="med" type="none"/>
            <a:tailEnd len="med" w="med" type="none"/>
          </a:ln>
        </p:spPr>
      </p:cxnSp>
      <p:cxnSp>
        <p:nvCxnSpPr>
          <p:cNvPr id="54" name="Google Shape;54;p13"/>
          <p:cNvCxnSpPr/>
          <p:nvPr/>
        </p:nvCxnSpPr>
        <p:spPr>
          <a:xfrm rot="10800000">
            <a:off x="7512925" y="457850"/>
            <a:ext cx="829500" cy="743400"/>
          </a:xfrm>
          <a:prstGeom prst="straightConnector1">
            <a:avLst/>
          </a:prstGeom>
          <a:noFill/>
          <a:ln cap="flat" cmpd="sng" w="9525">
            <a:solidFill>
              <a:schemeClr val="dk1"/>
            </a:solidFill>
            <a:prstDash val="solid"/>
            <a:round/>
            <a:headEnd len="med" w="med" type="none"/>
            <a:tailEnd len="med" w="med" type="none"/>
          </a:ln>
        </p:spPr>
      </p:cxnSp>
      <p:cxnSp>
        <p:nvCxnSpPr>
          <p:cNvPr id="55" name="Google Shape;55;p13"/>
          <p:cNvCxnSpPr/>
          <p:nvPr/>
        </p:nvCxnSpPr>
        <p:spPr>
          <a:xfrm flipH="1">
            <a:off x="8348975" y="-6625"/>
            <a:ext cx="796500" cy="1188000"/>
          </a:xfrm>
          <a:prstGeom prst="straightConnector1">
            <a:avLst/>
          </a:prstGeom>
          <a:noFill/>
          <a:ln cap="flat" cmpd="sng" w="9525">
            <a:solidFill>
              <a:schemeClr val="dk1"/>
            </a:solidFill>
            <a:prstDash val="solid"/>
            <a:round/>
            <a:headEnd len="med" w="med" type="none"/>
            <a:tailEnd len="med" w="med" type="none"/>
          </a:ln>
        </p:spPr>
      </p:cxnSp>
      <p:grpSp>
        <p:nvGrpSpPr>
          <p:cNvPr id="56" name="Google Shape;56;p13"/>
          <p:cNvGrpSpPr/>
          <p:nvPr/>
        </p:nvGrpSpPr>
        <p:grpSpPr>
          <a:xfrm>
            <a:off x="8064275" y="887850"/>
            <a:ext cx="581800" cy="582350"/>
            <a:chOff x="8064275" y="887850"/>
            <a:chExt cx="581800" cy="582350"/>
          </a:xfrm>
        </p:grpSpPr>
        <p:sp>
          <p:nvSpPr>
            <p:cNvPr id="57" name="Google Shape;57;p13"/>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3"/>
          <p:cNvGrpSpPr/>
          <p:nvPr/>
        </p:nvGrpSpPr>
        <p:grpSpPr>
          <a:xfrm>
            <a:off x="7353050" y="316275"/>
            <a:ext cx="292025" cy="292575"/>
            <a:chOff x="7353050" y="316275"/>
            <a:chExt cx="292025" cy="292575"/>
          </a:xfrm>
        </p:grpSpPr>
        <p:sp>
          <p:nvSpPr>
            <p:cNvPr id="64" name="Google Shape;64;p13"/>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3"/>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13"/>
          <p:cNvSpPr/>
          <p:nvPr/>
        </p:nvSpPr>
        <p:spPr>
          <a:xfrm>
            <a:off x="5690580" y="4258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5688325" y="4232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5727069" y="4623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5724827" y="4597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a:off x="5766657" y="5018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a:off x="5764415" y="4996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13"/>
          <p:cNvGrpSpPr/>
          <p:nvPr/>
        </p:nvGrpSpPr>
        <p:grpSpPr>
          <a:xfrm>
            <a:off x="5443350" y="289275"/>
            <a:ext cx="175013" cy="27000"/>
            <a:chOff x="5662375" y="212375"/>
            <a:chExt cx="175013" cy="27000"/>
          </a:xfrm>
        </p:grpSpPr>
        <p:sp>
          <p:nvSpPr>
            <p:cNvPr id="75" name="Google Shape;75;p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 name="Google Shape;78;p13"/>
          <p:cNvGrpSpPr/>
          <p:nvPr/>
        </p:nvGrpSpPr>
        <p:grpSpPr>
          <a:xfrm>
            <a:off x="8490050" y="170875"/>
            <a:ext cx="175013" cy="27000"/>
            <a:chOff x="5662375" y="212375"/>
            <a:chExt cx="175013" cy="27000"/>
          </a:xfrm>
        </p:grpSpPr>
        <p:sp>
          <p:nvSpPr>
            <p:cNvPr id="79" name="Google Shape;79;p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13"/>
          <p:cNvGrpSpPr/>
          <p:nvPr/>
        </p:nvGrpSpPr>
        <p:grpSpPr>
          <a:xfrm>
            <a:off x="8068750" y="1581800"/>
            <a:ext cx="175013" cy="27000"/>
            <a:chOff x="5662375" y="212375"/>
            <a:chExt cx="175013" cy="27000"/>
          </a:xfrm>
        </p:grpSpPr>
        <p:sp>
          <p:nvSpPr>
            <p:cNvPr id="83" name="Google Shape;83;p13"/>
            <p:cNvSpPr/>
            <p:nvPr/>
          </p:nvSpPr>
          <p:spPr>
            <a:xfrm>
              <a:off x="5662375"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5736381"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5810388" y="212375"/>
              <a:ext cx="27000" cy="270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1">
    <p:spTree>
      <p:nvGrpSpPr>
        <p:cNvPr id="86" name="Shape 86"/>
        <p:cNvGrpSpPr/>
        <p:nvPr/>
      </p:nvGrpSpPr>
      <p:grpSpPr>
        <a:xfrm>
          <a:off x="0" y="0"/>
          <a:ext cx="0" cy="0"/>
          <a:chOff x="0" y="0"/>
          <a:chExt cx="0" cy="0"/>
        </a:xfrm>
      </p:grpSpPr>
      <p:sp>
        <p:nvSpPr>
          <p:cNvPr id="87" name="Google Shape;87;p14"/>
          <p:cNvSpPr txBox="1"/>
          <p:nvPr>
            <p:ph type="title"/>
          </p:nvPr>
        </p:nvSpPr>
        <p:spPr>
          <a:xfrm>
            <a:off x="2532888" y="338328"/>
            <a:ext cx="4087500" cy="5760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88" name="Google Shape;88;p14"/>
          <p:cNvSpPr txBox="1"/>
          <p:nvPr>
            <p:ph idx="1" type="body"/>
          </p:nvPr>
        </p:nvSpPr>
        <p:spPr>
          <a:xfrm>
            <a:off x="714650" y="1152150"/>
            <a:ext cx="7705500" cy="3529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indent="-304800" lvl="1" marL="9144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indent="-304800" lvl="2" marL="13716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indent="-304800" lvl="3" marL="1828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indent="-304800" lvl="4" marL="22860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indent="-304800" lvl="5" marL="27432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indent="-304800" lvl="6" marL="32004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indent="-304800" lvl="7" marL="36576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indent="-304800" lvl="8" marL="411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p:txBody>
      </p:sp>
      <p:cxnSp>
        <p:nvCxnSpPr>
          <p:cNvPr id="89" name="Google Shape;89;p14"/>
          <p:cNvCxnSpPr/>
          <p:nvPr/>
        </p:nvCxnSpPr>
        <p:spPr>
          <a:xfrm rot="10800000">
            <a:off x="303000" y="3359375"/>
            <a:ext cx="151800" cy="957300"/>
          </a:xfrm>
          <a:prstGeom prst="straightConnector1">
            <a:avLst/>
          </a:prstGeom>
          <a:noFill/>
          <a:ln cap="flat" cmpd="sng" w="9525">
            <a:solidFill>
              <a:schemeClr val="dk1"/>
            </a:solidFill>
            <a:prstDash val="solid"/>
            <a:round/>
            <a:headEnd len="med" w="med" type="none"/>
            <a:tailEnd len="med" w="med" type="none"/>
          </a:ln>
        </p:spPr>
      </p:cxnSp>
      <p:cxnSp>
        <p:nvCxnSpPr>
          <p:cNvPr id="90" name="Google Shape;90;p14"/>
          <p:cNvCxnSpPr/>
          <p:nvPr/>
        </p:nvCxnSpPr>
        <p:spPr>
          <a:xfrm flipH="1" rot="10800000">
            <a:off x="0" y="4332550"/>
            <a:ext cx="446700" cy="663900"/>
          </a:xfrm>
          <a:prstGeom prst="straightConnector1">
            <a:avLst/>
          </a:prstGeom>
          <a:noFill/>
          <a:ln cap="flat" cmpd="sng" w="9525">
            <a:solidFill>
              <a:schemeClr val="dk1"/>
            </a:solidFill>
            <a:prstDash val="solid"/>
            <a:round/>
            <a:headEnd len="med" w="med" type="none"/>
            <a:tailEnd len="med" w="med" type="none"/>
          </a:ln>
        </p:spPr>
      </p:cxnSp>
      <p:grpSp>
        <p:nvGrpSpPr>
          <p:cNvPr id="91" name="Google Shape;91;p14"/>
          <p:cNvGrpSpPr/>
          <p:nvPr/>
        </p:nvGrpSpPr>
        <p:grpSpPr>
          <a:xfrm flipH="1">
            <a:off x="300738" y="4167800"/>
            <a:ext cx="292025" cy="292575"/>
            <a:chOff x="7353050" y="316275"/>
            <a:chExt cx="292025" cy="292575"/>
          </a:xfrm>
        </p:grpSpPr>
        <p:sp>
          <p:nvSpPr>
            <p:cNvPr id="92" name="Google Shape;92;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 name="Google Shape;96;p14"/>
          <p:cNvGrpSpPr/>
          <p:nvPr/>
        </p:nvGrpSpPr>
        <p:grpSpPr>
          <a:xfrm>
            <a:off x="148789" y="3224300"/>
            <a:ext cx="293111" cy="293388"/>
            <a:chOff x="3164039" y="430875"/>
            <a:chExt cx="293111" cy="293388"/>
          </a:xfrm>
        </p:grpSpPr>
        <p:sp>
          <p:nvSpPr>
            <p:cNvPr id="97" name="Google Shape;97;p14"/>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03" name="Google Shape;103;p14"/>
          <p:cNvCxnSpPr/>
          <p:nvPr/>
        </p:nvCxnSpPr>
        <p:spPr>
          <a:xfrm rot="10800000">
            <a:off x="7196975" y="295100"/>
            <a:ext cx="1157100" cy="54270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14"/>
          <p:cNvCxnSpPr/>
          <p:nvPr/>
        </p:nvCxnSpPr>
        <p:spPr>
          <a:xfrm flipH="1">
            <a:off x="8354075" y="-6625"/>
            <a:ext cx="791400" cy="836400"/>
          </a:xfrm>
          <a:prstGeom prst="straightConnector1">
            <a:avLst/>
          </a:prstGeom>
          <a:noFill/>
          <a:ln cap="flat" cmpd="sng" w="9525">
            <a:solidFill>
              <a:schemeClr val="dk1"/>
            </a:solidFill>
            <a:prstDash val="solid"/>
            <a:round/>
            <a:headEnd len="med" w="med" type="none"/>
            <a:tailEnd len="med" w="med" type="none"/>
          </a:ln>
        </p:spPr>
      </p:cxnSp>
      <p:grpSp>
        <p:nvGrpSpPr>
          <p:cNvPr id="105" name="Google Shape;105;p14"/>
          <p:cNvGrpSpPr/>
          <p:nvPr/>
        </p:nvGrpSpPr>
        <p:grpSpPr>
          <a:xfrm>
            <a:off x="8064275" y="526925"/>
            <a:ext cx="581800" cy="582350"/>
            <a:chOff x="8064275" y="887850"/>
            <a:chExt cx="581800" cy="582350"/>
          </a:xfrm>
        </p:grpSpPr>
        <p:sp>
          <p:nvSpPr>
            <p:cNvPr id="106" name="Google Shape;106;p14"/>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 name="Google Shape;112;p14"/>
          <p:cNvGrpSpPr/>
          <p:nvPr/>
        </p:nvGrpSpPr>
        <p:grpSpPr>
          <a:xfrm>
            <a:off x="7033875" y="170875"/>
            <a:ext cx="292025" cy="292575"/>
            <a:chOff x="7353050" y="316275"/>
            <a:chExt cx="292025" cy="292575"/>
          </a:xfrm>
        </p:grpSpPr>
        <p:sp>
          <p:nvSpPr>
            <p:cNvPr id="113" name="Google Shape;113;p14"/>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 name="Google Shape;117;p14"/>
          <p:cNvGrpSpPr/>
          <p:nvPr/>
        </p:nvGrpSpPr>
        <p:grpSpPr>
          <a:xfrm>
            <a:off x="8757950" y="229650"/>
            <a:ext cx="175000" cy="175000"/>
            <a:chOff x="8792300" y="321275"/>
            <a:chExt cx="175000" cy="175000"/>
          </a:xfrm>
        </p:grpSpPr>
        <p:sp>
          <p:nvSpPr>
            <p:cNvPr id="118" name="Google Shape;118;p14"/>
            <p:cNvSpPr/>
            <p:nvPr/>
          </p:nvSpPr>
          <p:spPr>
            <a:xfrm>
              <a:off x="8796750" y="326300"/>
              <a:ext cx="166100" cy="165525"/>
            </a:xfrm>
            <a:custGeom>
              <a:rect b="b" l="l" r="r" t="t"/>
              <a:pathLst>
                <a:path extrusionOk="0" h="6621" w="6644">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8792300" y="321275"/>
              <a:ext cx="175000" cy="175000"/>
            </a:xfrm>
            <a:custGeom>
              <a:rect b="b" l="l" r="r" t="t"/>
              <a:pathLst>
                <a:path extrusionOk="0" h="7000" w="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8833525" y="362525"/>
              <a:ext cx="92550" cy="93075"/>
            </a:xfrm>
            <a:custGeom>
              <a:rect b="b" l="l" r="r" t="t"/>
              <a:pathLst>
                <a:path extrusionOk="0" h="3723" w="3702">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8828525" y="358050"/>
              <a:ext cx="102550" cy="102000"/>
            </a:xfrm>
            <a:custGeom>
              <a:rect b="b" l="l" r="r" t="t"/>
              <a:pathLst>
                <a:path extrusionOk="0" h="4080" w="4102">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14"/>
          <p:cNvGrpSpPr/>
          <p:nvPr/>
        </p:nvGrpSpPr>
        <p:grpSpPr>
          <a:xfrm>
            <a:off x="8490050" y="170875"/>
            <a:ext cx="175013" cy="27000"/>
            <a:chOff x="5662375" y="212375"/>
            <a:chExt cx="175013" cy="27000"/>
          </a:xfrm>
        </p:grpSpPr>
        <p:sp>
          <p:nvSpPr>
            <p:cNvPr id="123" name="Google Shape;123;p1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14"/>
          <p:cNvGrpSpPr/>
          <p:nvPr/>
        </p:nvGrpSpPr>
        <p:grpSpPr>
          <a:xfrm>
            <a:off x="7916350" y="1124600"/>
            <a:ext cx="175013" cy="27000"/>
            <a:chOff x="5662375" y="212375"/>
            <a:chExt cx="175013" cy="27000"/>
          </a:xfrm>
        </p:grpSpPr>
        <p:sp>
          <p:nvSpPr>
            <p:cNvPr id="127" name="Google Shape;127;p14"/>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of text">
  <p:cSld name="CUSTOM_1">
    <p:spTree>
      <p:nvGrpSpPr>
        <p:cNvPr id="130" name="Shape 130"/>
        <p:cNvGrpSpPr/>
        <p:nvPr/>
      </p:nvGrpSpPr>
      <p:grpSpPr>
        <a:xfrm>
          <a:off x="0" y="0"/>
          <a:ext cx="0" cy="0"/>
          <a:chOff x="0" y="0"/>
          <a:chExt cx="0" cy="0"/>
        </a:xfrm>
      </p:grpSpPr>
      <p:sp>
        <p:nvSpPr>
          <p:cNvPr id="131" name="Google Shape;131;p15"/>
          <p:cNvSpPr txBox="1"/>
          <p:nvPr>
            <p:ph type="title"/>
          </p:nvPr>
        </p:nvSpPr>
        <p:spPr>
          <a:xfrm>
            <a:off x="1719072" y="338328"/>
            <a:ext cx="5577900" cy="5943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32" name="Google Shape;132;p15"/>
          <p:cNvSpPr txBox="1"/>
          <p:nvPr>
            <p:ph idx="1" type="subTitle"/>
          </p:nvPr>
        </p:nvSpPr>
        <p:spPr>
          <a:xfrm>
            <a:off x="3694176" y="2414016"/>
            <a:ext cx="1764900" cy="32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3" name="Google Shape;133;p15"/>
          <p:cNvSpPr txBox="1"/>
          <p:nvPr>
            <p:ph idx="2" type="subTitle"/>
          </p:nvPr>
        </p:nvSpPr>
        <p:spPr>
          <a:xfrm>
            <a:off x="1024128" y="2414016"/>
            <a:ext cx="1764900" cy="32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4" name="Google Shape;134;p15"/>
          <p:cNvSpPr txBox="1"/>
          <p:nvPr>
            <p:ph idx="3" type="subTitle"/>
          </p:nvPr>
        </p:nvSpPr>
        <p:spPr>
          <a:xfrm>
            <a:off x="6355080" y="2414016"/>
            <a:ext cx="1764900" cy="32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lgn="ctr">
              <a:spcBef>
                <a:spcPts val="120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lgn="ctr">
              <a:spcBef>
                <a:spcPts val="1200"/>
              </a:spcBef>
              <a:spcAft>
                <a:spcPts val="1200"/>
              </a:spcAft>
              <a:buNone/>
              <a:defRPr sz="1800">
                <a:solidFill>
                  <a:schemeClr val="accent1"/>
                </a:solidFill>
                <a:latin typeface="Barlow Semi Condensed Medium"/>
                <a:ea typeface="Barlow Semi Condensed Medium"/>
                <a:cs typeface="Barlow Semi Condensed Medium"/>
                <a:sym typeface="Barlow Semi Condensed Medium"/>
              </a:defRPr>
            </a:lvl9pPr>
          </a:lstStyle>
          <a:p/>
        </p:txBody>
      </p:sp>
      <p:sp>
        <p:nvSpPr>
          <p:cNvPr id="135" name="Google Shape;135;p15"/>
          <p:cNvSpPr txBox="1"/>
          <p:nvPr>
            <p:ph idx="4" type="subTitle"/>
          </p:nvPr>
        </p:nvSpPr>
        <p:spPr>
          <a:xfrm>
            <a:off x="3694176" y="2825496"/>
            <a:ext cx="1764900" cy="107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136" name="Google Shape;136;p15"/>
          <p:cNvSpPr txBox="1"/>
          <p:nvPr>
            <p:ph idx="5" type="subTitle"/>
          </p:nvPr>
        </p:nvSpPr>
        <p:spPr>
          <a:xfrm>
            <a:off x="1024128" y="2825496"/>
            <a:ext cx="1764900" cy="107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sp>
        <p:nvSpPr>
          <p:cNvPr id="137" name="Google Shape;137;p15"/>
          <p:cNvSpPr txBox="1"/>
          <p:nvPr>
            <p:ph idx="6" type="subTitle"/>
          </p:nvPr>
        </p:nvSpPr>
        <p:spPr>
          <a:xfrm>
            <a:off x="6355080" y="2825496"/>
            <a:ext cx="1764900" cy="1079100"/>
          </a:xfrm>
          <a:prstGeom prst="rect">
            <a:avLst/>
          </a:prstGeom>
        </p:spPr>
        <p:txBody>
          <a:bodyPr anchorCtr="0" anchor="t" bIns="91425" lIns="91425" spcFirstLastPara="1" rIns="91425" wrap="square" tIns="91425">
            <a:normAutofit/>
          </a:bodyPr>
          <a:lstStyle>
            <a:lvl1pPr lvl="0" rt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2pPr>
            <a:lvl3pPr lvl="2"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3pPr>
            <a:lvl4pPr lvl="3"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4pPr>
            <a:lvl5pPr lvl="4"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5pPr>
            <a:lvl6pPr lvl="5"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6pPr>
            <a:lvl7pPr lvl="6"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7pPr>
            <a:lvl8pPr lvl="7" rtl="0" algn="ctr">
              <a:spcBef>
                <a:spcPts val="1200"/>
              </a:spcBef>
              <a:spcAft>
                <a:spcPts val="0"/>
              </a:spcAft>
              <a:buNone/>
              <a:defRPr sz="1600">
                <a:solidFill>
                  <a:schemeClr val="dk2"/>
                </a:solidFill>
                <a:latin typeface="Barlow Semi Condensed"/>
                <a:ea typeface="Barlow Semi Condensed"/>
                <a:cs typeface="Barlow Semi Condensed"/>
                <a:sym typeface="Barlow Semi Condensed"/>
              </a:defRPr>
            </a:lvl8pPr>
            <a:lvl9pPr lvl="8" rtl="0" algn="ctr">
              <a:spcBef>
                <a:spcPts val="1200"/>
              </a:spcBef>
              <a:spcAft>
                <a:spcPts val="1200"/>
              </a:spcAft>
              <a:buNone/>
              <a:defRPr sz="1600">
                <a:solidFill>
                  <a:schemeClr val="dk2"/>
                </a:solidFill>
                <a:latin typeface="Barlow Semi Condensed"/>
                <a:ea typeface="Barlow Semi Condensed"/>
                <a:cs typeface="Barlow Semi Condensed"/>
                <a:sym typeface="Barlow Semi Condensed"/>
              </a:defRPr>
            </a:lvl9pPr>
          </a:lstStyle>
          <a:p/>
        </p:txBody>
      </p:sp>
      <p:grpSp>
        <p:nvGrpSpPr>
          <p:cNvPr id="138" name="Google Shape;138;p15"/>
          <p:cNvGrpSpPr/>
          <p:nvPr/>
        </p:nvGrpSpPr>
        <p:grpSpPr>
          <a:xfrm>
            <a:off x="261711" y="-1158"/>
            <a:ext cx="8550326" cy="3981600"/>
            <a:chOff x="261711" y="-1158"/>
            <a:chExt cx="8550326" cy="3981600"/>
          </a:xfrm>
        </p:grpSpPr>
        <p:cxnSp>
          <p:nvCxnSpPr>
            <p:cNvPr id="139" name="Google Shape;139;p15"/>
            <p:cNvCxnSpPr/>
            <p:nvPr/>
          </p:nvCxnSpPr>
          <p:spPr>
            <a:xfrm>
              <a:off x="515925" y="-1158"/>
              <a:ext cx="0" cy="3981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5"/>
            <p:cNvCxnSpPr/>
            <p:nvPr/>
          </p:nvCxnSpPr>
          <p:spPr>
            <a:xfrm>
              <a:off x="8666025" y="-1158"/>
              <a:ext cx="0" cy="1902000"/>
            </a:xfrm>
            <a:prstGeom prst="straightConnector1">
              <a:avLst/>
            </a:prstGeom>
            <a:noFill/>
            <a:ln cap="flat" cmpd="sng" w="9525">
              <a:solidFill>
                <a:schemeClr val="dk1"/>
              </a:solidFill>
              <a:prstDash val="solid"/>
              <a:round/>
              <a:headEnd len="med" w="med" type="none"/>
              <a:tailEnd len="med" w="med" type="none"/>
            </a:ln>
          </p:spPr>
        </p:cxnSp>
        <p:grpSp>
          <p:nvGrpSpPr>
            <p:cNvPr id="141" name="Google Shape;141;p15"/>
            <p:cNvGrpSpPr/>
            <p:nvPr/>
          </p:nvGrpSpPr>
          <p:grpSpPr>
            <a:xfrm rot="10800000">
              <a:off x="343275" y="3300779"/>
              <a:ext cx="344736" cy="345385"/>
              <a:chOff x="7353050" y="316275"/>
              <a:chExt cx="292025" cy="292575"/>
            </a:xfrm>
          </p:grpSpPr>
          <p:sp>
            <p:nvSpPr>
              <p:cNvPr id="142" name="Google Shape;142;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6" name="Google Shape;146;p15"/>
            <p:cNvGrpSpPr/>
            <p:nvPr/>
          </p:nvGrpSpPr>
          <p:grpSpPr>
            <a:xfrm rot="10800000">
              <a:off x="8520013" y="714742"/>
              <a:ext cx="292025" cy="292575"/>
              <a:chOff x="7353050" y="316275"/>
              <a:chExt cx="292025" cy="292575"/>
            </a:xfrm>
          </p:grpSpPr>
          <p:sp>
            <p:nvSpPr>
              <p:cNvPr id="147" name="Google Shape;147;p15"/>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5"/>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5"/>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 name="Google Shape;151;p15"/>
            <p:cNvGrpSpPr/>
            <p:nvPr/>
          </p:nvGrpSpPr>
          <p:grpSpPr>
            <a:xfrm rot="10800000">
              <a:off x="261711" y="465077"/>
              <a:ext cx="507562" cy="507984"/>
              <a:chOff x="8064275" y="887850"/>
              <a:chExt cx="581800" cy="582350"/>
            </a:xfrm>
          </p:grpSpPr>
          <p:sp>
            <p:nvSpPr>
              <p:cNvPr id="152" name="Google Shape;152;p15"/>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5"/>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5"/>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of text">
  <p:cSld name="CUSTOM_2">
    <p:spTree>
      <p:nvGrpSpPr>
        <p:cNvPr id="158" name="Shape 158"/>
        <p:cNvGrpSpPr/>
        <p:nvPr/>
      </p:nvGrpSpPr>
      <p:grpSpPr>
        <a:xfrm>
          <a:off x="0" y="0"/>
          <a:ext cx="0" cy="0"/>
          <a:chOff x="0" y="0"/>
          <a:chExt cx="0" cy="0"/>
        </a:xfrm>
      </p:grpSpPr>
      <p:sp>
        <p:nvSpPr>
          <p:cNvPr id="159" name="Google Shape;159;p16"/>
          <p:cNvSpPr txBox="1"/>
          <p:nvPr>
            <p:ph type="title"/>
          </p:nvPr>
        </p:nvSpPr>
        <p:spPr>
          <a:xfrm>
            <a:off x="1568775" y="442350"/>
            <a:ext cx="6006300" cy="5958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2800"/>
              <a:buNone/>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60" name="Google Shape;160;p16"/>
          <p:cNvSpPr txBox="1"/>
          <p:nvPr>
            <p:ph idx="1" type="subTitle"/>
          </p:nvPr>
        </p:nvSpPr>
        <p:spPr>
          <a:xfrm>
            <a:off x="1709928" y="1545336"/>
            <a:ext cx="19452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1" name="Google Shape;161;p16"/>
          <p:cNvSpPr txBox="1"/>
          <p:nvPr>
            <p:ph idx="2" type="subTitle"/>
          </p:nvPr>
        </p:nvSpPr>
        <p:spPr>
          <a:xfrm>
            <a:off x="1709928" y="1938528"/>
            <a:ext cx="19452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sp>
        <p:nvSpPr>
          <p:cNvPr id="162" name="Google Shape;162;p16"/>
          <p:cNvSpPr txBox="1"/>
          <p:nvPr>
            <p:ph idx="3" type="subTitle"/>
          </p:nvPr>
        </p:nvSpPr>
        <p:spPr>
          <a:xfrm>
            <a:off x="5468112" y="1545336"/>
            <a:ext cx="19476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3" name="Google Shape;163;p16"/>
          <p:cNvSpPr txBox="1"/>
          <p:nvPr>
            <p:ph idx="4" type="subTitle"/>
          </p:nvPr>
        </p:nvSpPr>
        <p:spPr>
          <a:xfrm>
            <a:off x="5468112" y="1938528"/>
            <a:ext cx="19476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sp>
        <p:nvSpPr>
          <p:cNvPr id="164" name="Google Shape;164;p16"/>
          <p:cNvSpPr txBox="1"/>
          <p:nvPr>
            <p:ph idx="5" type="subTitle"/>
          </p:nvPr>
        </p:nvSpPr>
        <p:spPr>
          <a:xfrm>
            <a:off x="2825496" y="3200400"/>
            <a:ext cx="19452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5" name="Google Shape;165;p16"/>
          <p:cNvSpPr txBox="1"/>
          <p:nvPr>
            <p:ph idx="6" type="subTitle"/>
          </p:nvPr>
        </p:nvSpPr>
        <p:spPr>
          <a:xfrm>
            <a:off x="2825496" y="3593592"/>
            <a:ext cx="19452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sp>
        <p:nvSpPr>
          <p:cNvPr id="166" name="Google Shape;166;p16"/>
          <p:cNvSpPr txBox="1"/>
          <p:nvPr>
            <p:ph idx="7" type="subTitle"/>
          </p:nvPr>
        </p:nvSpPr>
        <p:spPr>
          <a:xfrm>
            <a:off x="6464808" y="3200400"/>
            <a:ext cx="1993500" cy="375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120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1200"/>
              </a:spcBef>
              <a:spcAft>
                <a:spcPts val="1200"/>
              </a:spcAft>
              <a:buNone/>
              <a:defRPr sz="1400">
                <a:solidFill>
                  <a:schemeClr val="accent1"/>
                </a:solidFill>
                <a:latin typeface="Barlow Semi Condensed Medium"/>
                <a:ea typeface="Barlow Semi Condensed Medium"/>
                <a:cs typeface="Barlow Semi Condensed Medium"/>
                <a:sym typeface="Barlow Semi Condensed Medium"/>
              </a:defRPr>
            </a:lvl9pPr>
          </a:lstStyle>
          <a:p/>
        </p:txBody>
      </p:sp>
      <p:sp>
        <p:nvSpPr>
          <p:cNvPr id="167" name="Google Shape;167;p16"/>
          <p:cNvSpPr txBox="1"/>
          <p:nvPr>
            <p:ph idx="8" type="subTitle"/>
          </p:nvPr>
        </p:nvSpPr>
        <p:spPr>
          <a:xfrm>
            <a:off x="6464808" y="3593592"/>
            <a:ext cx="1993500" cy="7590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120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1200"/>
              </a:spcBef>
              <a:spcAft>
                <a:spcPts val="1200"/>
              </a:spcAft>
              <a:buNone/>
              <a:defRPr sz="1200">
                <a:solidFill>
                  <a:schemeClr val="dk2"/>
                </a:solidFill>
                <a:latin typeface="Barlow Semi Condensed"/>
                <a:ea typeface="Barlow Semi Condensed"/>
                <a:cs typeface="Barlow Semi Condensed"/>
                <a:sym typeface="Barlow Semi Condensed"/>
              </a:defRPr>
            </a:lvl9pPr>
          </a:lstStyle>
          <a:p/>
        </p:txBody>
      </p:sp>
      <p:cxnSp>
        <p:nvCxnSpPr>
          <p:cNvPr id="168" name="Google Shape;168;p16"/>
          <p:cNvCxnSpPr/>
          <p:nvPr/>
        </p:nvCxnSpPr>
        <p:spPr>
          <a:xfrm rot="10800000">
            <a:off x="8109000" y="501275"/>
            <a:ext cx="737700" cy="737700"/>
          </a:xfrm>
          <a:prstGeom prst="straightConnector1">
            <a:avLst/>
          </a:prstGeom>
          <a:noFill/>
          <a:ln cap="flat" cmpd="sng" w="9525">
            <a:solidFill>
              <a:schemeClr val="dk1"/>
            </a:solidFill>
            <a:prstDash val="solid"/>
            <a:round/>
            <a:headEnd len="med" w="med" type="none"/>
            <a:tailEnd len="med" w="med" type="none"/>
          </a:ln>
        </p:spPr>
      </p:cxnSp>
      <p:cxnSp>
        <p:nvCxnSpPr>
          <p:cNvPr id="169" name="Google Shape;169;p16"/>
          <p:cNvCxnSpPr/>
          <p:nvPr/>
        </p:nvCxnSpPr>
        <p:spPr>
          <a:xfrm>
            <a:off x="582475" y="282188"/>
            <a:ext cx="1212900" cy="422700"/>
          </a:xfrm>
          <a:prstGeom prst="straightConnector1">
            <a:avLst/>
          </a:prstGeom>
          <a:noFill/>
          <a:ln cap="flat" cmpd="sng" w="9525">
            <a:solidFill>
              <a:schemeClr val="dk1"/>
            </a:solidFill>
            <a:prstDash val="solid"/>
            <a:round/>
            <a:headEnd len="med" w="med" type="none"/>
            <a:tailEnd len="med" w="med" type="none"/>
          </a:ln>
        </p:spPr>
      </p:cxnSp>
      <p:cxnSp>
        <p:nvCxnSpPr>
          <p:cNvPr id="170" name="Google Shape;170;p16"/>
          <p:cNvCxnSpPr/>
          <p:nvPr/>
        </p:nvCxnSpPr>
        <p:spPr>
          <a:xfrm flipH="1" rot="10800000">
            <a:off x="0" y="274188"/>
            <a:ext cx="582600" cy="654300"/>
          </a:xfrm>
          <a:prstGeom prst="straightConnector1">
            <a:avLst/>
          </a:prstGeom>
          <a:noFill/>
          <a:ln cap="flat" cmpd="sng" w="9525">
            <a:solidFill>
              <a:schemeClr val="dk1"/>
            </a:solidFill>
            <a:prstDash val="solid"/>
            <a:round/>
            <a:headEnd len="med" w="med" type="none"/>
            <a:tailEnd len="med" w="med" type="none"/>
          </a:ln>
        </p:spPr>
      </p:cxnSp>
      <p:grpSp>
        <p:nvGrpSpPr>
          <p:cNvPr id="171" name="Google Shape;171;p16"/>
          <p:cNvGrpSpPr/>
          <p:nvPr/>
        </p:nvGrpSpPr>
        <p:grpSpPr>
          <a:xfrm flipH="1">
            <a:off x="423750" y="125363"/>
            <a:ext cx="292025" cy="292575"/>
            <a:chOff x="7353050" y="316275"/>
            <a:chExt cx="292025" cy="292575"/>
          </a:xfrm>
        </p:grpSpPr>
        <p:sp>
          <p:nvSpPr>
            <p:cNvPr id="172" name="Google Shape;172;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 name="Google Shape;176;p16"/>
          <p:cNvGrpSpPr/>
          <p:nvPr/>
        </p:nvGrpSpPr>
        <p:grpSpPr>
          <a:xfrm>
            <a:off x="1638739" y="558163"/>
            <a:ext cx="293111" cy="293388"/>
            <a:chOff x="3164039" y="430875"/>
            <a:chExt cx="293111" cy="293388"/>
          </a:xfrm>
        </p:grpSpPr>
        <p:sp>
          <p:nvSpPr>
            <p:cNvPr id="177" name="Google Shape;177;p16"/>
            <p:cNvSpPr/>
            <p:nvPr/>
          </p:nvSpPr>
          <p:spPr>
            <a:xfrm flipH="1">
              <a:off x="3166281" y="433407"/>
              <a:ext cx="288614" cy="288337"/>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6"/>
            <p:cNvSpPr/>
            <p:nvPr/>
          </p:nvSpPr>
          <p:spPr>
            <a:xfrm flipH="1">
              <a:off x="3164039" y="430875"/>
              <a:ext cx="293111" cy="293388"/>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6"/>
            <p:cNvSpPr/>
            <p:nvPr/>
          </p:nvSpPr>
          <p:spPr>
            <a:xfrm flipH="1">
              <a:off x="3202780" y="469909"/>
              <a:ext cx="215626" cy="215337"/>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6"/>
            <p:cNvSpPr/>
            <p:nvPr/>
          </p:nvSpPr>
          <p:spPr>
            <a:xfrm flipH="1">
              <a:off x="3200525" y="467377"/>
              <a:ext cx="220123" cy="220400"/>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6"/>
            <p:cNvSpPr/>
            <p:nvPr/>
          </p:nvSpPr>
          <p:spPr>
            <a:xfrm flipH="1">
              <a:off x="3242641" y="509484"/>
              <a:ext cx="136177" cy="136177"/>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
            <p:cNvSpPr/>
            <p:nvPr/>
          </p:nvSpPr>
          <p:spPr>
            <a:xfrm flipH="1">
              <a:off x="3240109" y="507242"/>
              <a:ext cx="140951" cy="140674"/>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 name="Google Shape;183;p16"/>
          <p:cNvGrpSpPr/>
          <p:nvPr/>
        </p:nvGrpSpPr>
        <p:grpSpPr>
          <a:xfrm>
            <a:off x="1591750" y="362600"/>
            <a:ext cx="175013" cy="27000"/>
            <a:chOff x="5662375" y="212375"/>
            <a:chExt cx="175013" cy="27000"/>
          </a:xfrm>
        </p:grpSpPr>
        <p:sp>
          <p:nvSpPr>
            <p:cNvPr id="184" name="Google Shape;184;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7" name="Google Shape;187;p16"/>
          <p:cNvCxnSpPr/>
          <p:nvPr/>
        </p:nvCxnSpPr>
        <p:spPr>
          <a:xfrm flipH="1">
            <a:off x="8151325" y="6875"/>
            <a:ext cx="1002600" cy="494400"/>
          </a:xfrm>
          <a:prstGeom prst="straightConnector1">
            <a:avLst/>
          </a:prstGeom>
          <a:noFill/>
          <a:ln cap="flat" cmpd="sng" w="9525">
            <a:solidFill>
              <a:schemeClr val="dk1"/>
            </a:solidFill>
            <a:prstDash val="solid"/>
            <a:round/>
            <a:headEnd len="med" w="med" type="none"/>
            <a:tailEnd len="med" w="med" type="none"/>
          </a:ln>
        </p:spPr>
      </p:cxnSp>
      <p:grpSp>
        <p:nvGrpSpPr>
          <p:cNvPr id="188" name="Google Shape;188;p16"/>
          <p:cNvGrpSpPr/>
          <p:nvPr/>
        </p:nvGrpSpPr>
        <p:grpSpPr>
          <a:xfrm>
            <a:off x="7823875" y="202375"/>
            <a:ext cx="581800" cy="582350"/>
            <a:chOff x="8064275" y="887850"/>
            <a:chExt cx="581800" cy="582350"/>
          </a:xfrm>
        </p:grpSpPr>
        <p:sp>
          <p:nvSpPr>
            <p:cNvPr id="189" name="Google Shape;189;p16"/>
            <p:cNvSpPr/>
            <p:nvPr/>
          </p:nvSpPr>
          <p:spPr>
            <a:xfrm>
              <a:off x="8068750" y="892875"/>
              <a:ext cx="572875" cy="572325"/>
            </a:xfrm>
            <a:custGeom>
              <a:rect b="b" l="l" r="r" t="t"/>
              <a:pathLst>
                <a:path extrusionOk="0" h="22893" w="22915">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6"/>
            <p:cNvSpPr/>
            <p:nvPr/>
          </p:nvSpPr>
          <p:spPr>
            <a:xfrm>
              <a:off x="8064275" y="887850"/>
              <a:ext cx="581800" cy="582350"/>
            </a:xfrm>
            <a:custGeom>
              <a:rect b="b" l="l" r="r" t="t"/>
              <a:pathLst>
                <a:path extrusionOk="0" h="23294" w="23272">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
            <p:cNvSpPr/>
            <p:nvPr/>
          </p:nvSpPr>
          <p:spPr>
            <a:xfrm>
              <a:off x="8141175" y="965325"/>
              <a:ext cx="428000" cy="427425"/>
            </a:xfrm>
            <a:custGeom>
              <a:rect b="b" l="l" r="r" t="t"/>
              <a:pathLst>
                <a:path extrusionOk="0" h="17097" w="1712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a:off x="8136725" y="960300"/>
              <a:ext cx="436925" cy="437475"/>
            </a:xfrm>
            <a:custGeom>
              <a:rect b="b" l="l" r="r" t="t"/>
              <a:pathLst>
                <a:path extrusionOk="0" h="17499" w="17477">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8219750" y="1043875"/>
              <a:ext cx="270300" cy="270300"/>
            </a:xfrm>
            <a:custGeom>
              <a:rect b="b" l="l" r="r" t="t"/>
              <a:pathLst>
                <a:path extrusionOk="0" h="10812" w="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6"/>
            <p:cNvSpPr/>
            <p:nvPr/>
          </p:nvSpPr>
          <p:spPr>
            <a:xfrm>
              <a:off x="8215300" y="1039425"/>
              <a:ext cx="279775" cy="279225"/>
            </a:xfrm>
            <a:custGeom>
              <a:rect b="b" l="l" r="r" t="t"/>
              <a:pathLst>
                <a:path extrusionOk="0" h="11169" w="11191">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 name="Google Shape;195;p16"/>
          <p:cNvGrpSpPr/>
          <p:nvPr/>
        </p:nvGrpSpPr>
        <p:grpSpPr>
          <a:xfrm flipH="1">
            <a:off x="8698650" y="1117488"/>
            <a:ext cx="292025" cy="292575"/>
            <a:chOff x="7353050" y="316275"/>
            <a:chExt cx="292025" cy="292575"/>
          </a:xfrm>
        </p:grpSpPr>
        <p:sp>
          <p:nvSpPr>
            <p:cNvPr id="196" name="Google Shape;196;p16"/>
            <p:cNvSpPr/>
            <p:nvPr/>
          </p:nvSpPr>
          <p:spPr>
            <a:xfrm>
              <a:off x="7358075" y="321275"/>
              <a:ext cx="282550" cy="282550"/>
            </a:xfrm>
            <a:custGeom>
              <a:rect b="b" l="l" r="r" t="t"/>
              <a:pathLst>
                <a:path extrusionOk="0" h="11302" w="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
            <p:cNvSpPr/>
            <p:nvPr/>
          </p:nvSpPr>
          <p:spPr>
            <a:xfrm>
              <a:off x="7353050" y="316275"/>
              <a:ext cx="292025" cy="292575"/>
            </a:xfrm>
            <a:custGeom>
              <a:rect b="b" l="l" r="r" t="t"/>
              <a:pathLst>
                <a:path extrusionOk="0" h="11703" w="11681">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
            <p:cNvSpPr/>
            <p:nvPr/>
          </p:nvSpPr>
          <p:spPr>
            <a:xfrm>
              <a:off x="7419925" y="383125"/>
              <a:ext cx="158275" cy="158300"/>
            </a:xfrm>
            <a:custGeom>
              <a:rect b="b" l="l" r="r" t="t"/>
              <a:pathLst>
                <a:path extrusionOk="0" h="6332" w="6331">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
            <p:cNvSpPr/>
            <p:nvPr/>
          </p:nvSpPr>
          <p:spPr>
            <a:xfrm>
              <a:off x="7415475" y="378675"/>
              <a:ext cx="167750" cy="167775"/>
            </a:xfrm>
            <a:custGeom>
              <a:rect b="b" l="l" r="r" t="t"/>
              <a:pathLst>
                <a:path extrusionOk="0" h="6711" w="671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16"/>
          <p:cNvGrpSpPr/>
          <p:nvPr/>
        </p:nvGrpSpPr>
        <p:grpSpPr>
          <a:xfrm>
            <a:off x="8678350" y="1581800"/>
            <a:ext cx="175013" cy="27000"/>
            <a:chOff x="5662375" y="212375"/>
            <a:chExt cx="175013" cy="27000"/>
          </a:xfrm>
        </p:grpSpPr>
        <p:sp>
          <p:nvSpPr>
            <p:cNvPr id="201" name="Google Shape;201;p16"/>
            <p:cNvSpPr/>
            <p:nvPr/>
          </p:nvSpPr>
          <p:spPr>
            <a:xfrm>
              <a:off x="5662375"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a:off x="5736381"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
            <p:cNvSpPr/>
            <p:nvPr/>
          </p:nvSpPr>
          <p:spPr>
            <a:xfrm>
              <a:off x="5810388" y="212375"/>
              <a:ext cx="27000" cy="2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4" name="Shape 204"/>
        <p:cNvGrpSpPr/>
        <p:nvPr/>
      </p:nvGrpSpPr>
      <p:grpSpPr>
        <a:xfrm>
          <a:off x="0" y="0"/>
          <a:ext cx="0" cy="0"/>
          <a:chOff x="0" y="0"/>
          <a:chExt cx="0" cy="0"/>
        </a:xfrm>
      </p:grpSpPr>
      <p:sp>
        <p:nvSpPr>
          <p:cNvPr id="205" name="Google Shape;20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06" name="Google Shape;206;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sz="1100"/>
            </a:lvl1pPr>
            <a:lvl2pPr indent="-317500" lvl="1" marL="914400" rtl="0" algn="l">
              <a:lnSpc>
                <a:spcPct val="90000"/>
              </a:lnSpc>
              <a:spcBef>
                <a:spcPts val="400"/>
              </a:spcBef>
              <a:spcAft>
                <a:spcPts val="0"/>
              </a:spcAft>
              <a:buClr>
                <a:schemeClr val="dk1"/>
              </a:buClr>
              <a:buSzPts val="1400"/>
              <a:buChar char="•"/>
              <a:defRPr sz="1100"/>
            </a:lvl2pPr>
            <a:lvl3pPr indent="-317500" lvl="2" marL="1371600" rtl="0" algn="l">
              <a:lnSpc>
                <a:spcPct val="90000"/>
              </a:lnSpc>
              <a:spcBef>
                <a:spcPts val="400"/>
              </a:spcBef>
              <a:spcAft>
                <a:spcPts val="0"/>
              </a:spcAft>
              <a:buClr>
                <a:schemeClr val="dk1"/>
              </a:buClr>
              <a:buSzPts val="1400"/>
              <a:buChar char="•"/>
              <a:defRPr sz="1100"/>
            </a:lvl3pPr>
            <a:lvl4pPr indent="-317500" lvl="3" marL="1828800" rtl="0" algn="l">
              <a:lnSpc>
                <a:spcPct val="90000"/>
              </a:lnSpc>
              <a:spcBef>
                <a:spcPts val="400"/>
              </a:spcBef>
              <a:spcAft>
                <a:spcPts val="0"/>
              </a:spcAft>
              <a:buClr>
                <a:schemeClr val="dk1"/>
              </a:buClr>
              <a:buSzPts val="1400"/>
              <a:buChar char="•"/>
              <a:defRPr sz="1100"/>
            </a:lvl4pPr>
            <a:lvl5pPr indent="-317500" lvl="4" marL="2286000" rtl="0" algn="l">
              <a:lnSpc>
                <a:spcPct val="90000"/>
              </a:lnSpc>
              <a:spcBef>
                <a:spcPts val="400"/>
              </a:spcBef>
              <a:spcAft>
                <a:spcPts val="0"/>
              </a:spcAft>
              <a:buClr>
                <a:schemeClr val="dk1"/>
              </a:buClr>
              <a:buSzPts val="1400"/>
              <a:buChar char="•"/>
              <a:defRPr sz="1100"/>
            </a:lvl5pPr>
            <a:lvl6pPr indent="-317500" lvl="5" marL="2743200" rtl="0" algn="l">
              <a:lnSpc>
                <a:spcPct val="90000"/>
              </a:lnSpc>
              <a:spcBef>
                <a:spcPts val="400"/>
              </a:spcBef>
              <a:spcAft>
                <a:spcPts val="0"/>
              </a:spcAft>
              <a:buClr>
                <a:schemeClr val="dk1"/>
              </a:buClr>
              <a:buSzPts val="1400"/>
              <a:buChar char="•"/>
              <a:defRPr sz="1100"/>
            </a:lvl6pPr>
            <a:lvl7pPr indent="-317500" lvl="6" marL="3200400" rtl="0" algn="l">
              <a:lnSpc>
                <a:spcPct val="90000"/>
              </a:lnSpc>
              <a:spcBef>
                <a:spcPts val="400"/>
              </a:spcBef>
              <a:spcAft>
                <a:spcPts val="0"/>
              </a:spcAft>
              <a:buClr>
                <a:schemeClr val="dk1"/>
              </a:buClr>
              <a:buSzPts val="1400"/>
              <a:buChar char="•"/>
              <a:defRPr sz="1100"/>
            </a:lvl7pPr>
            <a:lvl8pPr indent="-317500" lvl="7" marL="3657600" rtl="0" algn="l">
              <a:lnSpc>
                <a:spcPct val="90000"/>
              </a:lnSpc>
              <a:spcBef>
                <a:spcPts val="400"/>
              </a:spcBef>
              <a:spcAft>
                <a:spcPts val="0"/>
              </a:spcAft>
              <a:buClr>
                <a:schemeClr val="dk1"/>
              </a:buClr>
              <a:buSzPts val="1400"/>
              <a:buChar char="•"/>
              <a:defRPr sz="1100"/>
            </a:lvl8pPr>
            <a:lvl9pPr indent="-317500" lvl="8" marL="4114800" rtl="0" algn="l">
              <a:lnSpc>
                <a:spcPct val="90000"/>
              </a:lnSpc>
              <a:spcBef>
                <a:spcPts val="400"/>
              </a:spcBef>
              <a:spcAft>
                <a:spcPts val="0"/>
              </a:spcAft>
              <a:buClr>
                <a:schemeClr val="dk1"/>
              </a:buClr>
              <a:buSzPts val="1400"/>
              <a:buChar char="•"/>
              <a:defRPr sz="1100"/>
            </a:lvl9pPr>
          </a:lstStyle>
          <a:p/>
        </p:txBody>
      </p:sp>
      <p:sp>
        <p:nvSpPr>
          <p:cNvPr id="207" name="Google Shape;207;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208" name="Google Shape;208;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209" name="Google Shape;209;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OBJECT_1">
    <p:spTree>
      <p:nvGrpSpPr>
        <p:cNvPr id="210" name="Shape 210"/>
        <p:cNvGrpSpPr/>
        <p:nvPr/>
      </p:nvGrpSpPr>
      <p:grpSpPr>
        <a:xfrm>
          <a:off x="0" y="0"/>
          <a:ext cx="0" cy="0"/>
          <a:chOff x="0" y="0"/>
          <a:chExt cx="0" cy="0"/>
        </a:xfrm>
      </p:grpSpPr>
      <p:sp>
        <p:nvSpPr>
          <p:cNvPr id="211" name="Google Shape;211;p1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2" name="Google Shape;212;p1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213" name="Google Shape;213;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4" name="Google Shape;214;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215" name="Google Shape;215;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9.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19"/>
          <p:cNvPicPr preferRelativeResize="0"/>
          <p:nvPr/>
        </p:nvPicPr>
        <p:blipFill>
          <a:blip r:embed="rId3">
            <a:alphaModFix/>
          </a:blip>
          <a:stretch>
            <a:fillRect/>
          </a:stretch>
        </p:blipFill>
        <p:spPr>
          <a:xfrm>
            <a:off x="0" y="0"/>
            <a:ext cx="9143997" cy="5143507"/>
          </a:xfrm>
          <a:prstGeom prst="rect">
            <a:avLst/>
          </a:prstGeom>
          <a:noFill/>
          <a:ln>
            <a:noFill/>
          </a:ln>
        </p:spPr>
      </p:pic>
      <p:sp>
        <p:nvSpPr>
          <p:cNvPr id="221" name="Google Shape;221;p19"/>
          <p:cNvSpPr txBox="1"/>
          <p:nvPr/>
        </p:nvSpPr>
        <p:spPr>
          <a:xfrm>
            <a:off x="0" y="2094600"/>
            <a:ext cx="91440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FF4500"/>
                </a:solidFill>
                <a:latin typeface="Poppins"/>
                <a:ea typeface="Poppins"/>
                <a:cs typeface="Poppins"/>
                <a:sym typeface="Poppins"/>
              </a:rPr>
              <a:t>Three Outliers</a:t>
            </a:r>
            <a:endParaRPr b="1" sz="2400">
              <a:solidFill>
                <a:srgbClr val="FF4500"/>
              </a:solidFill>
              <a:latin typeface="Poppins"/>
              <a:ea typeface="Poppins"/>
              <a:cs typeface="Poppins"/>
              <a:sym typeface="Poppins"/>
            </a:endParaRPr>
          </a:p>
        </p:txBody>
      </p:sp>
      <p:sp>
        <p:nvSpPr>
          <p:cNvPr id="222" name="Google Shape;222;p19"/>
          <p:cNvSpPr txBox="1"/>
          <p:nvPr/>
        </p:nvSpPr>
        <p:spPr>
          <a:xfrm>
            <a:off x="0" y="2648700"/>
            <a:ext cx="9144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rgbClr val="033047"/>
                </a:solidFill>
                <a:latin typeface="Poppins"/>
                <a:ea typeface="Poppins"/>
                <a:cs typeface="Poppins"/>
                <a:sym typeface="Poppins"/>
              </a:rPr>
              <a:t>Final 10 Besar - Lomba Data Science Intelligo ID</a:t>
            </a:r>
            <a:endParaRPr b="1">
              <a:solidFill>
                <a:srgbClr val="033047"/>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20"/>
          <p:cNvPicPr preferRelativeResize="0"/>
          <p:nvPr/>
        </p:nvPicPr>
        <p:blipFill>
          <a:blip r:embed="rId3">
            <a:alphaModFix/>
          </a:blip>
          <a:stretch>
            <a:fillRect/>
          </a:stretch>
        </p:blipFill>
        <p:spPr>
          <a:xfrm>
            <a:off x="0" y="0"/>
            <a:ext cx="9144018" cy="5143501"/>
          </a:xfrm>
          <a:prstGeom prst="rect">
            <a:avLst/>
          </a:prstGeom>
          <a:noFill/>
          <a:ln>
            <a:noFill/>
          </a:ln>
        </p:spPr>
      </p:pic>
      <p:sp>
        <p:nvSpPr>
          <p:cNvPr id="228" name="Google Shape;228;p20"/>
          <p:cNvSpPr txBox="1"/>
          <p:nvPr/>
        </p:nvSpPr>
        <p:spPr>
          <a:xfrm>
            <a:off x="409963" y="1648200"/>
            <a:ext cx="8324100" cy="184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High-Accuracy, Low-Cost Model for Indonesian Logistics</a:t>
            </a:r>
            <a:endParaRPr b="1" sz="3600">
              <a:solidFill>
                <a:schemeClr val="lt1"/>
              </a:solidFill>
              <a:latin typeface="Poppins"/>
              <a:ea typeface="Poppins"/>
              <a:cs typeface="Poppins"/>
              <a:sym typeface="Poppins"/>
            </a:endParaRPr>
          </a:p>
          <a:p>
            <a:pPr indent="0" lvl="0" marL="0" rtl="0" algn="ctr">
              <a:spcBef>
                <a:spcPts val="0"/>
              </a:spcBef>
              <a:spcAft>
                <a:spcPts val="0"/>
              </a:spcAft>
              <a:buNone/>
            </a:pPr>
            <a:r>
              <a:rPr b="1" lang="en" sz="3600">
                <a:solidFill>
                  <a:schemeClr val="lt1"/>
                </a:solidFill>
                <a:latin typeface="Poppins"/>
                <a:ea typeface="Poppins"/>
                <a:cs typeface="Poppins"/>
                <a:sym typeface="Poppins"/>
              </a:rPr>
              <a:t>Sentiment Analysis</a:t>
            </a:r>
            <a:endParaRPr b="1" sz="3600">
              <a:solidFill>
                <a:schemeClr val="lt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21"/>
          <p:cNvPicPr preferRelativeResize="0"/>
          <p:nvPr/>
        </p:nvPicPr>
        <p:blipFill rotWithShape="1">
          <a:blip r:embed="rId3">
            <a:alphaModFix/>
          </a:blip>
          <a:srcRect b="24025" l="8821" r="8821" t="14936"/>
          <a:stretch/>
        </p:blipFill>
        <p:spPr>
          <a:xfrm>
            <a:off x="3610300" y="1537150"/>
            <a:ext cx="1670200" cy="1650662"/>
          </a:xfrm>
          <a:prstGeom prst="rect">
            <a:avLst/>
          </a:prstGeom>
          <a:noFill/>
          <a:ln>
            <a:noFill/>
          </a:ln>
        </p:spPr>
      </p:pic>
      <p:pic>
        <p:nvPicPr>
          <p:cNvPr id="234" name="Google Shape;234;p21"/>
          <p:cNvPicPr preferRelativeResize="0"/>
          <p:nvPr/>
        </p:nvPicPr>
        <p:blipFill rotWithShape="1">
          <a:blip r:embed="rId4">
            <a:alphaModFix/>
          </a:blip>
          <a:srcRect b="24253" l="17316" r="17316" t="27291"/>
          <a:stretch/>
        </p:blipFill>
        <p:spPr>
          <a:xfrm>
            <a:off x="6161250" y="1537150"/>
            <a:ext cx="1670100" cy="1650600"/>
          </a:xfrm>
          <a:prstGeom prst="rect">
            <a:avLst/>
          </a:prstGeom>
          <a:noFill/>
          <a:ln>
            <a:noFill/>
          </a:ln>
        </p:spPr>
      </p:pic>
      <p:pic>
        <p:nvPicPr>
          <p:cNvPr id="235" name="Google Shape;235;p21"/>
          <p:cNvPicPr preferRelativeResize="0"/>
          <p:nvPr/>
        </p:nvPicPr>
        <p:blipFill rotWithShape="1">
          <a:blip r:embed="rId5">
            <a:alphaModFix/>
          </a:blip>
          <a:srcRect b="32469" l="15083" r="15090" t="15771"/>
          <a:stretch/>
        </p:blipFill>
        <p:spPr>
          <a:xfrm>
            <a:off x="1057000" y="1537150"/>
            <a:ext cx="1670200" cy="1650662"/>
          </a:xfrm>
          <a:prstGeom prst="rect">
            <a:avLst/>
          </a:prstGeom>
          <a:noFill/>
          <a:ln>
            <a:noFill/>
          </a:ln>
        </p:spPr>
      </p:pic>
      <p:sp>
        <p:nvSpPr>
          <p:cNvPr id="236" name="Google Shape;236;p21"/>
          <p:cNvSpPr txBox="1"/>
          <p:nvPr/>
        </p:nvSpPr>
        <p:spPr>
          <a:xfrm>
            <a:off x="910650" y="3278800"/>
            <a:ext cx="19629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t>Rahmat Bryan Naufal</a:t>
            </a:r>
            <a:endParaRPr b="1" sz="1300"/>
          </a:p>
          <a:p>
            <a:pPr indent="0" lvl="0" marL="0" rtl="0" algn="ctr">
              <a:spcBef>
                <a:spcPts val="0"/>
              </a:spcBef>
              <a:spcAft>
                <a:spcPts val="0"/>
              </a:spcAft>
              <a:buNone/>
            </a:pPr>
            <a:r>
              <a:rPr lang="en" sz="1300"/>
              <a:t>Ketua</a:t>
            </a:r>
            <a:endParaRPr sz="1300"/>
          </a:p>
          <a:p>
            <a:pPr indent="0" lvl="0" marL="0" rtl="0" algn="ctr">
              <a:spcBef>
                <a:spcPts val="0"/>
              </a:spcBef>
              <a:spcAft>
                <a:spcPts val="0"/>
              </a:spcAft>
              <a:buNone/>
            </a:pPr>
            <a:r>
              <a:rPr i="1" lang="en" sz="1300"/>
              <a:t>rahmat.bryan@ui.ac.id</a:t>
            </a:r>
            <a:endParaRPr i="1" sz="1300"/>
          </a:p>
        </p:txBody>
      </p:sp>
      <p:sp>
        <p:nvSpPr>
          <p:cNvPr id="237" name="Google Shape;237;p21"/>
          <p:cNvSpPr txBox="1"/>
          <p:nvPr/>
        </p:nvSpPr>
        <p:spPr>
          <a:xfrm>
            <a:off x="3207125" y="3278800"/>
            <a:ext cx="24741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t>Eduardus Tjitrahardja</a:t>
            </a:r>
            <a:endParaRPr b="1" sz="1300"/>
          </a:p>
          <a:p>
            <a:pPr indent="0" lvl="0" marL="0" rtl="0" algn="ctr">
              <a:spcBef>
                <a:spcPts val="0"/>
              </a:spcBef>
              <a:spcAft>
                <a:spcPts val="0"/>
              </a:spcAft>
              <a:buNone/>
            </a:pPr>
            <a:r>
              <a:rPr lang="en" sz="1300"/>
              <a:t>Anggota</a:t>
            </a:r>
            <a:endParaRPr sz="1300"/>
          </a:p>
          <a:p>
            <a:pPr indent="0" lvl="0" marL="0" rtl="0" algn="ctr">
              <a:spcBef>
                <a:spcPts val="0"/>
              </a:spcBef>
              <a:spcAft>
                <a:spcPts val="0"/>
              </a:spcAft>
              <a:buNone/>
            </a:pPr>
            <a:r>
              <a:rPr i="1" lang="en" sz="1300"/>
              <a:t>eduardus.tjitrahardja</a:t>
            </a:r>
            <a:r>
              <a:rPr i="1" lang="en" sz="1300"/>
              <a:t>@ui.ac.id</a:t>
            </a:r>
            <a:endParaRPr i="1" sz="1300"/>
          </a:p>
        </p:txBody>
      </p:sp>
      <p:sp>
        <p:nvSpPr>
          <p:cNvPr id="238" name="Google Shape;238;p21"/>
          <p:cNvSpPr txBox="1"/>
          <p:nvPr/>
        </p:nvSpPr>
        <p:spPr>
          <a:xfrm>
            <a:off x="5759250" y="3278800"/>
            <a:ext cx="2474100" cy="785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300"/>
              <a:t>Ikhlasul Akmal Hanif</a:t>
            </a:r>
            <a:endParaRPr b="1" sz="1300"/>
          </a:p>
          <a:p>
            <a:pPr indent="0" lvl="0" marL="0" rtl="0" algn="ctr">
              <a:spcBef>
                <a:spcPts val="0"/>
              </a:spcBef>
              <a:spcAft>
                <a:spcPts val="0"/>
              </a:spcAft>
              <a:buNone/>
            </a:pPr>
            <a:r>
              <a:rPr lang="en" sz="1300"/>
              <a:t>Anggota</a:t>
            </a:r>
            <a:endParaRPr sz="1300"/>
          </a:p>
          <a:p>
            <a:pPr indent="0" lvl="0" marL="0" rtl="0" algn="ctr">
              <a:spcBef>
                <a:spcPts val="0"/>
              </a:spcBef>
              <a:spcAft>
                <a:spcPts val="0"/>
              </a:spcAft>
              <a:buNone/>
            </a:pPr>
            <a:r>
              <a:rPr i="1" lang="en" sz="1300"/>
              <a:t>ikhlasul.akmal</a:t>
            </a:r>
            <a:r>
              <a:rPr i="1" lang="en" sz="1300"/>
              <a:t>@ui.ac.id</a:t>
            </a:r>
            <a:endParaRPr i="1" sz="1300"/>
          </a:p>
        </p:txBody>
      </p:sp>
      <p:sp>
        <p:nvSpPr>
          <p:cNvPr id="239" name="Google Shape;239;p21"/>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Meet Our Team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22"/>
          <p:cNvPicPr preferRelativeResize="0"/>
          <p:nvPr/>
        </p:nvPicPr>
        <p:blipFill>
          <a:blip r:embed="rId3">
            <a:alphaModFix/>
          </a:blip>
          <a:stretch>
            <a:fillRect/>
          </a:stretch>
        </p:blipFill>
        <p:spPr>
          <a:xfrm>
            <a:off x="0" y="0"/>
            <a:ext cx="9144018" cy="5143501"/>
          </a:xfrm>
          <a:prstGeom prst="rect">
            <a:avLst/>
          </a:prstGeom>
          <a:noFill/>
          <a:ln>
            <a:noFill/>
          </a:ln>
        </p:spPr>
      </p:pic>
      <p:sp>
        <p:nvSpPr>
          <p:cNvPr id="245" name="Google Shape;245;p22"/>
          <p:cNvSpPr txBox="1"/>
          <p:nvPr/>
        </p:nvSpPr>
        <p:spPr>
          <a:xfrm>
            <a:off x="13" y="2202300"/>
            <a:ext cx="9144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Permasalahan</a:t>
            </a:r>
            <a:endParaRPr b="1" sz="3600">
              <a:solidFill>
                <a:schemeClr val="lt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3"/>
          <p:cNvSpPr txBox="1"/>
          <p:nvPr>
            <p:ph idx="1" type="body"/>
          </p:nvPr>
        </p:nvSpPr>
        <p:spPr>
          <a:xfrm>
            <a:off x="311700" y="3121525"/>
            <a:ext cx="8520600" cy="18153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Dibutuhkan sistem analisis sentimen untuk membantu perusahaan logistik dalam mengambil keputusan yang lebih baik dan lebih efisien untuk meningkatkan layanan mereka, serta meningkatkan kepuasan pengguna secara keseluruhan.</a:t>
            </a:r>
            <a:endParaRPr sz="1200"/>
          </a:p>
          <a:p>
            <a:pPr indent="-304800" lvl="0" marL="457200" rtl="0" algn="l">
              <a:spcBef>
                <a:spcPts val="0"/>
              </a:spcBef>
              <a:spcAft>
                <a:spcPts val="0"/>
              </a:spcAft>
              <a:buSzPts val="1200"/>
              <a:buChar char="●"/>
            </a:pPr>
            <a:r>
              <a:rPr lang="en" sz="1200"/>
              <a:t>Model-model deep learning khusus natural language, seperti BERT, memerlukan investasi finansial yang signifikan dan sumber daya komputasi yang besar, menciptakan tantangan dalam penggunaan efektifnya dalam analisis sentimen.</a:t>
            </a:r>
            <a:endParaRPr sz="1200"/>
          </a:p>
        </p:txBody>
      </p:sp>
      <p:pic>
        <p:nvPicPr>
          <p:cNvPr id="251" name="Google Shape;251;p23"/>
          <p:cNvPicPr preferRelativeResize="0"/>
          <p:nvPr/>
        </p:nvPicPr>
        <p:blipFill>
          <a:blip r:embed="rId3">
            <a:alphaModFix/>
          </a:blip>
          <a:stretch>
            <a:fillRect/>
          </a:stretch>
        </p:blipFill>
        <p:spPr>
          <a:xfrm>
            <a:off x="472288" y="611851"/>
            <a:ext cx="8199424" cy="2270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24"/>
          <p:cNvPicPr preferRelativeResize="0"/>
          <p:nvPr/>
        </p:nvPicPr>
        <p:blipFill>
          <a:blip r:embed="rId3">
            <a:alphaModFix/>
          </a:blip>
          <a:stretch>
            <a:fillRect/>
          </a:stretch>
        </p:blipFill>
        <p:spPr>
          <a:xfrm>
            <a:off x="0" y="0"/>
            <a:ext cx="9144018" cy="5143501"/>
          </a:xfrm>
          <a:prstGeom prst="rect">
            <a:avLst/>
          </a:prstGeom>
          <a:noFill/>
          <a:ln>
            <a:noFill/>
          </a:ln>
        </p:spPr>
      </p:pic>
      <p:sp>
        <p:nvSpPr>
          <p:cNvPr id="257" name="Google Shape;257;p24"/>
          <p:cNvSpPr txBox="1"/>
          <p:nvPr/>
        </p:nvSpPr>
        <p:spPr>
          <a:xfrm>
            <a:off x="13" y="2202300"/>
            <a:ext cx="9144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Solusi</a:t>
            </a:r>
            <a:endParaRPr b="1" sz="3600">
              <a:solidFill>
                <a:schemeClr val="lt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Melakukan </a:t>
            </a:r>
            <a:r>
              <a:rPr i="1" lang="en"/>
              <a:t>scraping </a:t>
            </a:r>
            <a:r>
              <a:rPr lang="en"/>
              <a:t>data review dari pihak ekspedisi dan membuat model </a:t>
            </a:r>
            <a:r>
              <a:rPr i="1" lang="en"/>
              <a:t>sentiment analysis</a:t>
            </a:r>
            <a:r>
              <a:rPr lang="en"/>
              <a:t> menggunakan…</a:t>
            </a:r>
            <a:endParaRPr/>
          </a:p>
        </p:txBody>
      </p:sp>
      <p:pic>
        <p:nvPicPr>
          <p:cNvPr id="263" name="Google Shape;263;p25"/>
          <p:cNvPicPr preferRelativeResize="0"/>
          <p:nvPr/>
        </p:nvPicPr>
        <p:blipFill>
          <a:blip r:embed="rId3">
            <a:alphaModFix/>
          </a:blip>
          <a:stretch>
            <a:fillRect/>
          </a:stretch>
        </p:blipFill>
        <p:spPr>
          <a:xfrm>
            <a:off x="-224350" y="1758638"/>
            <a:ext cx="6644324" cy="2793225"/>
          </a:xfrm>
          <a:prstGeom prst="rect">
            <a:avLst/>
          </a:prstGeom>
          <a:noFill/>
          <a:ln>
            <a:noFill/>
          </a:ln>
        </p:spPr>
      </p:pic>
      <p:sp>
        <p:nvSpPr>
          <p:cNvPr id="264" name="Google Shape;264;p25"/>
          <p:cNvSpPr txBox="1"/>
          <p:nvPr/>
        </p:nvSpPr>
        <p:spPr>
          <a:xfrm>
            <a:off x="5936675" y="1629875"/>
            <a:ext cx="2733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600">
                <a:solidFill>
                  <a:schemeClr val="dk1"/>
                </a:solidFill>
                <a:latin typeface="Poppins"/>
                <a:ea typeface="Poppins"/>
                <a:cs typeface="Poppins"/>
                <a:sym typeface="Poppins"/>
              </a:rPr>
              <a:t>WHY?</a:t>
            </a:r>
            <a:endParaRPr>
              <a:solidFill>
                <a:schemeClr val="dk1"/>
              </a:solidFill>
            </a:endParaRPr>
          </a:p>
        </p:txBody>
      </p:sp>
      <p:sp>
        <p:nvSpPr>
          <p:cNvPr id="265" name="Google Shape;265;p25"/>
          <p:cNvSpPr txBox="1"/>
          <p:nvPr/>
        </p:nvSpPr>
        <p:spPr>
          <a:xfrm>
            <a:off x="5903600" y="2424150"/>
            <a:ext cx="27663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chemeClr val="dk1"/>
                </a:solidFill>
                <a:latin typeface="Poppins"/>
                <a:ea typeface="Poppins"/>
                <a:cs typeface="Poppins"/>
                <a:sym typeface="Poppins"/>
              </a:rPr>
              <a:t>Good Performance</a:t>
            </a:r>
            <a:endParaRPr sz="900">
              <a:solidFill>
                <a:schemeClr val="dk1"/>
              </a:solidFill>
              <a:latin typeface="Poppins"/>
              <a:ea typeface="Poppins"/>
              <a:cs typeface="Poppins"/>
              <a:sym typeface="Poppins"/>
            </a:endParaRPr>
          </a:p>
        </p:txBody>
      </p:sp>
      <p:sp>
        <p:nvSpPr>
          <p:cNvPr id="266" name="Google Shape;266;p25"/>
          <p:cNvSpPr txBox="1"/>
          <p:nvPr/>
        </p:nvSpPr>
        <p:spPr>
          <a:xfrm>
            <a:off x="5903600" y="3495725"/>
            <a:ext cx="30993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chemeClr val="dk1"/>
                </a:solidFill>
                <a:latin typeface="Poppins"/>
                <a:ea typeface="Poppins"/>
                <a:cs typeface="Poppins"/>
                <a:sym typeface="Poppins"/>
              </a:rPr>
              <a:t>State </a:t>
            </a:r>
            <a:r>
              <a:rPr lang="en" sz="3000">
                <a:solidFill>
                  <a:schemeClr val="dk1"/>
                </a:solidFill>
                <a:latin typeface="Poppins"/>
                <a:ea typeface="Poppins"/>
                <a:cs typeface="Poppins"/>
                <a:sym typeface="Poppins"/>
              </a:rPr>
              <a:t>of the art</a:t>
            </a:r>
            <a:endParaRPr sz="800">
              <a:solidFill>
                <a:schemeClr val="dk1"/>
              </a:solidFill>
              <a:latin typeface="Poppins"/>
              <a:ea typeface="Poppins"/>
              <a:cs typeface="Poppins"/>
              <a:sym typeface="Poppins"/>
            </a:endParaRPr>
          </a:p>
        </p:txBody>
      </p:sp>
      <p:sp>
        <p:nvSpPr>
          <p:cNvPr id="267" name="Google Shape;267;p25"/>
          <p:cNvSpPr txBox="1"/>
          <p:nvPr/>
        </p:nvSpPr>
        <p:spPr>
          <a:xfrm>
            <a:off x="5903600" y="4157525"/>
            <a:ext cx="31962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100">
                <a:solidFill>
                  <a:schemeClr val="dk1"/>
                </a:solidFill>
                <a:latin typeface="Poppins"/>
                <a:ea typeface="Poppins"/>
                <a:cs typeface="Poppins"/>
                <a:sym typeface="Poppins"/>
              </a:rPr>
              <a:t>Low Resource</a:t>
            </a:r>
            <a:endParaRPr sz="900">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26"/>
          <p:cNvPicPr preferRelativeResize="0"/>
          <p:nvPr/>
        </p:nvPicPr>
        <p:blipFill>
          <a:blip r:embed="rId3">
            <a:alphaModFix/>
          </a:blip>
          <a:stretch>
            <a:fillRect/>
          </a:stretch>
        </p:blipFill>
        <p:spPr>
          <a:xfrm>
            <a:off x="0" y="0"/>
            <a:ext cx="9144018" cy="5143501"/>
          </a:xfrm>
          <a:prstGeom prst="rect">
            <a:avLst/>
          </a:prstGeom>
          <a:noFill/>
          <a:ln>
            <a:noFill/>
          </a:ln>
        </p:spPr>
      </p:pic>
      <p:sp>
        <p:nvSpPr>
          <p:cNvPr id="273" name="Google Shape;273;p26"/>
          <p:cNvSpPr txBox="1"/>
          <p:nvPr/>
        </p:nvSpPr>
        <p:spPr>
          <a:xfrm>
            <a:off x="13" y="2202300"/>
            <a:ext cx="9144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Metodologi</a:t>
            </a:r>
            <a:endParaRPr b="1" sz="3600">
              <a:solidFill>
                <a:schemeClr val="lt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Alur Eksperimen</a:t>
            </a:r>
            <a:endParaRPr/>
          </a:p>
        </p:txBody>
      </p:sp>
      <p:sp>
        <p:nvSpPr>
          <p:cNvPr id="279" name="Google Shape;27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0" name="Google Shape;280;p27"/>
          <p:cNvPicPr preferRelativeResize="0"/>
          <p:nvPr/>
        </p:nvPicPr>
        <p:blipFill>
          <a:blip r:embed="rId3">
            <a:alphaModFix/>
          </a:blip>
          <a:stretch>
            <a:fillRect/>
          </a:stretch>
        </p:blipFill>
        <p:spPr>
          <a:xfrm>
            <a:off x="1689650" y="651063"/>
            <a:ext cx="5764700" cy="44192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Akuisisi Dataset</a:t>
            </a:r>
            <a:endParaRPr/>
          </a:p>
        </p:txBody>
      </p:sp>
      <p:sp>
        <p:nvSpPr>
          <p:cNvPr id="286" name="Google Shape;28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Asal data:</a:t>
            </a:r>
            <a:r>
              <a:rPr lang="en"/>
              <a:t> Google Play Review </a:t>
            </a:r>
            <a:r>
              <a:rPr lang="en"/>
              <a:t>terkait ulasan pengguna terhadap aplikasi J&amp;T dan JNE yang berfokus pada pengiriman barang logistik di Indonesia dalam bahasa Indonesia.</a:t>
            </a:r>
            <a:endParaRPr/>
          </a:p>
          <a:p>
            <a:pPr indent="0" lvl="0" marL="0" rtl="0" algn="l">
              <a:spcBef>
                <a:spcPts val="1200"/>
              </a:spcBef>
              <a:spcAft>
                <a:spcPts val="1200"/>
              </a:spcAft>
              <a:buNone/>
            </a:pPr>
            <a:r>
              <a:rPr b="1" lang="en"/>
              <a:t>Metode: </a:t>
            </a:r>
            <a:r>
              <a:rPr i="1" lang="en"/>
              <a:t>Web Scraping</a:t>
            </a:r>
            <a:endParaRPr i="1"/>
          </a:p>
        </p:txBody>
      </p:sp>
      <p:graphicFrame>
        <p:nvGraphicFramePr>
          <p:cNvPr id="287" name="Google Shape;287;p28"/>
          <p:cNvGraphicFramePr/>
          <p:nvPr/>
        </p:nvGraphicFramePr>
        <p:xfrm>
          <a:off x="952500" y="2848900"/>
          <a:ext cx="3000000" cy="3000000"/>
        </p:xfrm>
        <a:graphic>
          <a:graphicData uri="http://schemas.openxmlformats.org/drawingml/2006/table">
            <a:tbl>
              <a:tblPr>
                <a:noFill/>
                <a:tableStyleId>{743F1941-A792-4188-A123-58E91299C43A}</a:tableStyleId>
              </a:tblPr>
              <a:tblGrid>
                <a:gridCol w="7239000"/>
              </a:tblGrid>
              <a:tr h="381000">
                <a:tc>
                  <a:txBody>
                    <a:bodyPr/>
                    <a:lstStyle/>
                    <a:p>
                      <a:pPr indent="0" lvl="0" marL="0" rtl="0" algn="ctr">
                        <a:spcBef>
                          <a:spcPts val="0"/>
                        </a:spcBef>
                        <a:spcAft>
                          <a:spcPts val="0"/>
                        </a:spcAft>
                        <a:buNone/>
                      </a:pPr>
                      <a:r>
                        <a:rPr b="1" lang="en"/>
                        <a:t>Teks</a:t>
                      </a:r>
                      <a:endParaRPr b="1"/>
                    </a:p>
                  </a:txBody>
                  <a:tcPr marT="91425" marB="91425" marR="91425" marL="91425"/>
                </a:tc>
              </a:tr>
              <a:tr h="381000">
                <a:tc>
                  <a:txBody>
                    <a:bodyPr/>
                    <a:lstStyle/>
                    <a:p>
                      <a:pPr indent="0" lvl="0" marL="0" rtl="0" algn="l">
                        <a:spcBef>
                          <a:spcPts val="0"/>
                        </a:spcBef>
                        <a:spcAft>
                          <a:spcPts val="0"/>
                        </a:spcAft>
                        <a:buNone/>
                      </a:pPr>
                      <a:r>
                        <a:rPr lang="en"/>
                        <a:t>“cepat tepat dan impormasi jelas”</a:t>
                      </a:r>
                      <a:endParaRPr/>
                    </a:p>
                  </a:txBody>
                  <a:tcPr marT="91425" marB="91425" marR="91425" marL="91425"/>
                </a:tc>
              </a:tr>
              <a:tr h="381000">
                <a:tc>
                  <a:txBody>
                    <a:bodyPr/>
                    <a:lstStyle/>
                    <a:p>
                      <a:pPr indent="0" lvl="0" marL="0" rtl="0" algn="l">
                        <a:spcBef>
                          <a:spcPts val="0"/>
                        </a:spcBef>
                        <a:spcAft>
                          <a:spcPts val="0"/>
                        </a:spcAft>
                        <a:buNone/>
                      </a:pPr>
                      <a:r>
                        <a:rPr lang="en"/>
                        <a:t>“Selalu fast respon”</a:t>
                      </a:r>
                      <a:endParaRPr/>
                    </a:p>
                  </a:txBody>
                  <a:tcPr marT="91425" marB="91425" marR="91425" marL="91425"/>
                </a:tc>
              </a:tr>
              <a:tr h="381000">
                <a:tc>
                  <a:txBody>
                    <a:bodyPr/>
                    <a:lstStyle/>
                    <a:p>
                      <a:pPr indent="0" lvl="0" marL="0" rtl="0" algn="l">
                        <a:spcBef>
                          <a:spcPts val="0"/>
                        </a:spcBef>
                        <a:spcAft>
                          <a:spcPts val="0"/>
                        </a:spcAft>
                        <a:buNone/>
                      </a:pPr>
                      <a:r>
                        <a:rPr lang="en"/>
                        <a:t>“Kecewa banget sama j&amp;t. Aku selalu belanja online pake j&amp;t, tapi paket aku yg terakhir ini gak sampe udh 3 Minggu, kurir nya santai malahan…”</a:t>
                      </a:r>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29"/>
          <p:cNvPicPr preferRelativeResize="0"/>
          <p:nvPr/>
        </p:nvPicPr>
        <p:blipFill>
          <a:blip r:embed="rId3">
            <a:alphaModFix/>
          </a:blip>
          <a:stretch>
            <a:fillRect/>
          </a:stretch>
        </p:blipFill>
        <p:spPr>
          <a:xfrm>
            <a:off x="0" y="0"/>
            <a:ext cx="9144018" cy="5143501"/>
          </a:xfrm>
          <a:prstGeom prst="rect">
            <a:avLst/>
          </a:prstGeom>
          <a:noFill/>
          <a:ln>
            <a:noFill/>
          </a:ln>
        </p:spPr>
      </p:pic>
      <p:sp>
        <p:nvSpPr>
          <p:cNvPr id="293" name="Google Shape;293;p29"/>
          <p:cNvSpPr txBox="1"/>
          <p:nvPr/>
        </p:nvSpPr>
        <p:spPr>
          <a:xfrm>
            <a:off x="13" y="2202300"/>
            <a:ext cx="9144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Penjelasan dataset</a:t>
            </a:r>
            <a:endParaRPr b="1" sz="3600">
              <a:solidFill>
                <a:schemeClr val="lt1"/>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i="1" lang="en"/>
              <a:t>Pseudo-labelling</a:t>
            </a:r>
            <a:endParaRPr i="1"/>
          </a:p>
        </p:txBody>
      </p:sp>
      <p:pic>
        <p:nvPicPr>
          <p:cNvPr id="299" name="Google Shape;299;p30"/>
          <p:cNvPicPr preferRelativeResize="0"/>
          <p:nvPr/>
        </p:nvPicPr>
        <p:blipFill>
          <a:blip r:embed="rId3">
            <a:alphaModFix/>
          </a:blip>
          <a:stretch>
            <a:fillRect/>
          </a:stretch>
        </p:blipFill>
        <p:spPr>
          <a:xfrm>
            <a:off x="1877275" y="623400"/>
            <a:ext cx="5389450" cy="3985300"/>
          </a:xfrm>
          <a:prstGeom prst="rect">
            <a:avLst/>
          </a:prstGeom>
          <a:noFill/>
          <a:ln>
            <a:noFill/>
          </a:ln>
        </p:spPr>
      </p:pic>
      <p:sp>
        <p:nvSpPr>
          <p:cNvPr id="300" name="Google Shape;300;p30"/>
          <p:cNvSpPr txBox="1"/>
          <p:nvPr/>
        </p:nvSpPr>
        <p:spPr>
          <a:xfrm>
            <a:off x="3196200" y="4608700"/>
            <a:ext cx="2751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666666"/>
                </a:solidFill>
              </a:rPr>
              <a:t>Model: </a:t>
            </a:r>
            <a:r>
              <a:rPr lang="en" sz="1100">
                <a:solidFill>
                  <a:srgbClr val="666666"/>
                </a:solidFill>
              </a:rPr>
              <a:t>w11wo’s pretrained </a:t>
            </a:r>
            <a:r>
              <a:rPr lang="en" sz="1100">
                <a:solidFill>
                  <a:srgbClr val="666666"/>
                </a:solidFill>
              </a:rPr>
              <a:t>RoBERTa</a:t>
            </a:r>
            <a:endParaRPr sz="1100">
              <a:solidFill>
                <a:srgbClr val="66666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Total data:</a:t>
            </a:r>
            <a:r>
              <a:rPr lang="en"/>
              <a:t> 109,395</a:t>
            </a:r>
            <a:endParaRPr/>
          </a:p>
        </p:txBody>
      </p:sp>
      <p:sp>
        <p:nvSpPr>
          <p:cNvPr id="306" name="Google Shape;30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Distribusi Dataset</a:t>
            </a:r>
            <a:endParaRPr/>
          </a:p>
        </p:txBody>
      </p:sp>
      <p:pic>
        <p:nvPicPr>
          <p:cNvPr id="307" name="Google Shape;307;p31"/>
          <p:cNvPicPr preferRelativeResize="0"/>
          <p:nvPr/>
        </p:nvPicPr>
        <p:blipFill>
          <a:blip r:embed="rId3">
            <a:alphaModFix/>
          </a:blip>
          <a:stretch>
            <a:fillRect/>
          </a:stretch>
        </p:blipFill>
        <p:spPr>
          <a:xfrm>
            <a:off x="1534387" y="1619553"/>
            <a:ext cx="3006890" cy="2949323"/>
          </a:xfrm>
          <a:prstGeom prst="rect">
            <a:avLst/>
          </a:prstGeom>
          <a:noFill/>
          <a:ln>
            <a:noFill/>
          </a:ln>
        </p:spPr>
      </p:pic>
      <p:pic>
        <p:nvPicPr>
          <p:cNvPr id="308" name="Google Shape;308;p31"/>
          <p:cNvPicPr preferRelativeResize="0"/>
          <p:nvPr/>
        </p:nvPicPr>
        <p:blipFill>
          <a:blip r:embed="rId4">
            <a:alphaModFix/>
          </a:blip>
          <a:stretch>
            <a:fillRect/>
          </a:stretch>
        </p:blipFill>
        <p:spPr>
          <a:xfrm>
            <a:off x="4811354" y="1619550"/>
            <a:ext cx="2798258" cy="29493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2"/>
          <p:cNvPicPr preferRelativeResize="0"/>
          <p:nvPr/>
        </p:nvPicPr>
        <p:blipFill>
          <a:blip r:embed="rId3">
            <a:alphaModFix/>
          </a:blip>
          <a:stretch>
            <a:fillRect/>
          </a:stretch>
        </p:blipFill>
        <p:spPr>
          <a:xfrm>
            <a:off x="0" y="0"/>
            <a:ext cx="9144018" cy="5143501"/>
          </a:xfrm>
          <a:prstGeom prst="rect">
            <a:avLst/>
          </a:prstGeom>
          <a:noFill/>
          <a:ln>
            <a:noFill/>
          </a:ln>
        </p:spPr>
      </p:pic>
      <p:sp>
        <p:nvSpPr>
          <p:cNvPr id="314" name="Google Shape;314;p32"/>
          <p:cNvSpPr txBox="1"/>
          <p:nvPr/>
        </p:nvSpPr>
        <p:spPr>
          <a:xfrm>
            <a:off x="13" y="2202300"/>
            <a:ext cx="9144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Analisis Dataset</a:t>
            </a:r>
            <a:endParaRPr b="1" sz="3600">
              <a:solidFill>
                <a:schemeClr val="lt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0" name="Google Shape;32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1" name="Google Shape;321;p33"/>
          <p:cNvPicPr preferRelativeResize="0"/>
          <p:nvPr/>
        </p:nvPicPr>
        <p:blipFill>
          <a:blip r:embed="rId3">
            <a:alphaModFix/>
          </a:blip>
          <a:stretch>
            <a:fillRect/>
          </a:stretch>
        </p:blipFill>
        <p:spPr>
          <a:xfrm>
            <a:off x="544725" y="445025"/>
            <a:ext cx="8287575" cy="45880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4"/>
          <p:cNvSpPr txBox="1"/>
          <p:nvPr>
            <p:ph type="title"/>
          </p:nvPr>
        </p:nvSpPr>
        <p:spPr>
          <a:xfrm>
            <a:off x="6021650" y="582975"/>
            <a:ext cx="2810700" cy="43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1620"/>
              <a:t>Pengaruh Kata ke Sentimen</a:t>
            </a:r>
            <a:endParaRPr sz="1620"/>
          </a:p>
        </p:txBody>
      </p:sp>
      <p:sp>
        <p:nvSpPr>
          <p:cNvPr id="327" name="Google Shape;327;p34"/>
          <p:cNvSpPr txBox="1"/>
          <p:nvPr>
            <p:ph idx="1" type="body"/>
          </p:nvPr>
        </p:nvSpPr>
        <p:spPr>
          <a:xfrm>
            <a:off x="6021600" y="1152475"/>
            <a:ext cx="28107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Puas, bagus, dan cepat. Implikasinya positif.</a:t>
            </a:r>
            <a:endParaRPr sz="1200"/>
          </a:p>
          <a:p>
            <a:pPr indent="-304800" lvl="0" marL="457200" rtl="0" algn="l">
              <a:spcBef>
                <a:spcPts val="0"/>
              </a:spcBef>
              <a:spcAft>
                <a:spcPts val="0"/>
              </a:spcAft>
              <a:buSzPts val="1200"/>
              <a:buChar char="●"/>
            </a:pPr>
            <a:r>
              <a:rPr lang="en" sz="1200"/>
              <a:t>Lelet, buruk, dan kecewa. Implikasinya negatif</a:t>
            </a:r>
            <a:endParaRPr sz="1200"/>
          </a:p>
          <a:p>
            <a:pPr indent="-304800" lvl="0" marL="457200" rtl="0" algn="l">
              <a:spcBef>
                <a:spcPts val="0"/>
              </a:spcBef>
              <a:spcAft>
                <a:spcPts val="0"/>
              </a:spcAft>
              <a:buSzPts val="1200"/>
              <a:buChar char="●"/>
            </a:pPr>
            <a:r>
              <a:rPr lang="en" sz="1200"/>
              <a:t>paket, kirim, dan kuris seharusnya netral. Tetapi implikasinya negatif</a:t>
            </a:r>
            <a:endParaRPr sz="1200"/>
          </a:p>
          <a:p>
            <a:pPr indent="-304800" lvl="0" marL="457200" rtl="0" algn="l">
              <a:spcBef>
                <a:spcPts val="0"/>
              </a:spcBef>
              <a:spcAft>
                <a:spcPts val="0"/>
              </a:spcAft>
              <a:buSzPts val="1200"/>
              <a:buChar char="●"/>
            </a:pPr>
            <a:r>
              <a:rPr lang="en" sz="1200"/>
              <a:t>Aplikasi seharusnya netral. Tetapi implikasinya positif.</a:t>
            </a:r>
            <a:endParaRPr sz="1200"/>
          </a:p>
        </p:txBody>
      </p:sp>
      <p:pic>
        <p:nvPicPr>
          <p:cNvPr id="328" name="Google Shape;328;p34"/>
          <p:cNvPicPr preferRelativeResize="0"/>
          <p:nvPr/>
        </p:nvPicPr>
        <p:blipFill>
          <a:blip r:embed="rId3">
            <a:alphaModFix/>
          </a:blip>
          <a:stretch>
            <a:fillRect/>
          </a:stretch>
        </p:blipFill>
        <p:spPr>
          <a:xfrm>
            <a:off x="311700" y="445025"/>
            <a:ext cx="5587125" cy="4390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35"/>
          <p:cNvPicPr preferRelativeResize="0"/>
          <p:nvPr/>
        </p:nvPicPr>
        <p:blipFill>
          <a:blip r:embed="rId3">
            <a:alphaModFix/>
          </a:blip>
          <a:stretch>
            <a:fillRect/>
          </a:stretch>
        </p:blipFill>
        <p:spPr>
          <a:xfrm>
            <a:off x="0" y="0"/>
            <a:ext cx="9144018" cy="5143501"/>
          </a:xfrm>
          <a:prstGeom prst="rect">
            <a:avLst/>
          </a:prstGeom>
          <a:noFill/>
          <a:ln>
            <a:noFill/>
          </a:ln>
        </p:spPr>
      </p:pic>
      <p:sp>
        <p:nvSpPr>
          <p:cNvPr id="334" name="Google Shape;334;p35"/>
          <p:cNvSpPr txBox="1"/>
          <p:nvPr/>
        </p:nvSpPr>
        <p:spPr>
          <a:xfrm>
            <a:off x="13" y="2202300"/>
            <a:ext cx="91440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solidFill>
                  <a:schemeClr val="lt1"/>
                </a:solidFill>
                <a:latin typeface="Poppins"/>
                <a:ea typeface="Poppins"/>
                <a:cs typeface="Poppins"/>
                <a:sym typeface="Poppins"/>
              </a:rPr>
              <a:t>Hasil Eksperimen</a:t>
            </a:r>
            <a:endParaRPr b="1" sz="3600">
              <a:solidFill>
                <a:schemeClr val="lt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36"/>
          <p:cNvPicPr preferRelativeResize="0"/>
          <p:nvPr/>
        </p:nvPicPr>
        <p:blipFill>
          <a:blip r:embed="rId3">
            <a:alphaModFix/>
          </a:blip>
          <a:stretch>
            <a:fillRect/>
          </a:stretch>
        </p:blipFill>
        <p:spPr>
          <a:xfrm>
            <a:off x="311700" y="1245375"/>
            <a:ext cx="4136274" cy="3230600"/>
          </a:xfrm>
          <a:prstGeom prst="rect">
            <a:avLst/>
          </a:prstGeom>
          <a:noFill/>
          <a:ln>
            <a:noFill/>
          </a:ln>
        </p:spPr>
      </p:pic>
      <p:sp>
        <p:nvSpPr>
          <p:cNvPr id="340" name="Google Shape;34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Performa Model</a:t>
            </a:r>
            <a:endParaRPr/>
          </a:p>
        </p:txBody>
      </p:sp>
      <p:pic>
        <p:nvPicPr>
          <p:cNvPr id="341" name="Google Shape;341;p36"/>
          <p:cNvPicPr preferRelativeResize="0"/>
          <p:nvPr/>
        </p:nvPicPr>
        <p:blipFill>
          <a:blip r:embed="rId4">
            <a:alphaModFix/>
          </a:blip>
          <a:stretch>
            <a:fillRect/>
          </a:stretch>
        </p:blipFill>
        <p:spPr>
          <a:xfrm>
            <a:off x="4609865" y="1234175"/>
            <a:ext cx="4222435" cy="32529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Explanation</a:t>
            </a:r>
            <a:endParaRPr/>
          </a:p>
        </p:txBody>
      </p:sp>
      <p:pic>
        <p:nvPicPr>
          <p:cNvPr id="347" name="Google Shape;347;p37"/>
          <p:cNvPicPr preferRelativeResize="0"/>
          <p:nvPr/>
        </p:nvPicPr>
        <p:blipFill>
          <a:blip r:embed="rId3">
            <a:alphaModFix/>
          </a:blip>
          <a:stretch>
            <a:fillRect/>
          </a:stretch>
        </p:blipFill>
        <p:spPr>
          <a:xfrm>
            <a:off x="0" y="1017713"/>
            <a:ext cx="9144000" cy="1144724"/>
          </a:xfrm>
          <a:prstGeom prst="rect">
            <a:avLst/>
          </a:prstGeom>
          <a:noFill/>
          <a:ln>
            <a:noFill/>
          </a:ln>
        </p:spPr>
      </p:pic>
      <p:pic>
        <p:nvPicPr>
          <p:cNvPr id="348" name="Google Shape;348;p37"/>
          <p:cNvPicPr preferRelativeResize="0"/>
          <p:nvPr/>
        </p:nvPicPr>
        <p:blipFill>
          <a:blip r:embed="rId4">
            <a:alphaModFix/>
          </a:blip>
          <a:stretch>
            <a:fillRect/>
          </a:stretch>
        </p:blipFill>
        <p:spPr>
          <a:xfrm>
            <a:off x="2270063" y="2162425"/>
            <a:ext cx="4603875" cy="27818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Kesimpulan</a:t>
            </a:r>
            <a:endParaRPr/>
          </a:p>
        </p:txBody>
      </p:sp>
      <p:sp>
        <p:nvSpPr>
          <p:cNvPr id="354" name="Google Shape;354;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Char char="●"/>
            </a:pPr>
            <a:r>
              <a:rPr b="1" lang="en"/>
              <a:t>Keputusan Strategis:</a:t>
            </a:r>
            <a:r>
              <a:rPr lang="en"/>
              <a:t> Analisis sentimen memungkinkan perusahaan untuk mengambil keputusan strategis yang lebih terarah dengan mengidentifikasi sentimen negatif, yang membantu mengarahkan perbaikan pada pengiriman dan pengantaran paket.</a:t>
            </a:r>
            <a:endParaRPr/>
          </a:p>
          <a:p>
            <a:pPr indent="-317183" lvl="0" marL="457200" rtl="0" algn="l">
              <a:spcBef>
                <a:spcPts val="0"/>
              </a:spcBef>
              <a:spcAft>
                <a:spcPts val="0"/>
              </a:spcAft>
              <a:buSzPct val="100000"/>
              <a:buChar char="●"/>
            </a:pPr>
            <a:r>
              <a:rPr b="1" lang="en"/>
              <a:t>Alokasi Sumber Daya:</a:t>
            </a:r>
            <a:r>
              <a:rPr lang="en"/>
              <a:t> Dengan mengetahui ketidakpuasan pengguna dari hasil analisis sentimen, perusahaan dapat mengalokasikan sumber daya untuk meningkatkan kualitas layanan yang spesifik sesuai dengan temuan analisis.</a:t>
            </a:r>
            <a:endParaRPr/>
          </a:p>
          <a:p>
            <a:pPr indent="-317183" lvl="0" marL="457200" rtl="0" algn="l">
              <a:spcBef>
                <a:spcPts val="0"/>
              </a:spcBef>
              <a:spcAft>
                <a:spcPts val="0"/>
              </a:spcAft>
              <a:buSzPct val="100000"/>
              <a:buChar char="●"/>
            </a:pPr>
            <a:r>
              <a:rPr b="1" lang="en"/>
              <a:t>Kinerja CatBoost:</a:t>
            </a:r>
            <a:r>
              <a:rPr lang="en"/>
              <a:t> Hasil uji coba menunjukkan bahwa CatBoost dengan menggunakan embedding bawaan dapat melampaui kinerja model LM seperti BERT dalam analisis sentimen, menunjukkan potensi dalam penggunaan model tersebut.</a:t>
            </a:r>
            <a:endParaRPr/>
          </a:p>
          <a:p>
            <a:pPr indent="-317183" lvl="0" marL="457200" rtl="0" algn="l">
              <a:spcBef>
                <a:spcPts val="0"/>
              </a:spcBef>
              <a:spcAft>
                <a:spcPts val="0"/>
              </a:spcAft>
              <a:buSzPct val="100000"/>
              <a:buChar char="●"/>
            </a:pPr>
            <a:r>
              <a:rPr b="1" lang="en"/>
              <a:t>Efisiensi Pelatihan Model:</a:t>
            </a:r>
            <a:r>
              <a:rPr lang="en"/>
              <a:t> Model CatBoost dapat dilatih dengan lebih cepat dan biaya yang lebih rendah dibandingkan dengan fine tuning model LM, menghemat waktu dan sumber daya.</a:t>
            </a:r>
            <a:endParaRPr/>
          </a:p>
          <a:p>
            <a:pPr indent="-317183" lvl="0" marL="457200" rtl="0" algn="l">
              <a:spcBef>
                <a:spcPts val="0"/>
              </a:spcBef>
              <a:spcAft>
                <a:spcPts val="0"/>
              </a:spcAft>
              <a:buSzPct val="100000"/>
              <a:buChar char="●"/>
            </a:pPr>
            <a:r>
              <a:rPr b="1" lang="en"/>
              <a:t>Akurasi Tanpa Biaya Besar:</a:t>
            </a:r>
            <a:r>
              <a:rPr lang="en"/>
              <a:t> Perusahaan dapat mencapai akurasi tinggi dalam analisis sentimen pengguna tanpa menghabiskan banyak sumber daya komputasi. Hal ini berdampak positif pada penghematan biaya dan sumber daya, membantu perusahaan beroperasi dengan lebih efisien di lingkungan bisnis yang dinamis.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39"/>
          <p:cNvPicPr preferRelativeResize="0"/>
          <p:nvPr/>
        </p:nvPicPr>
        <p:blipFill>
          <a:blip r:embed="rId3">
            <a:alphaModFix/>
          </a:blip>
          <a:stretch>
            <a:fillRect/>
          </a:stretch>
        </p:blipFill>
        <p:spPr>
          <a:xfrm>
            <a:off x="0" y="0"/>
            <a:ext cx="9144000" cy="5143505"/>
          </a:xfrm>
          <a:prstGeom prst="rect">
            <a:avLst/>
          </a:prstGeom>
          <a:noFill/>
          <a:ln>
            <a:noFill/>
          </a:ln>
        </p:spPr>
      </p:pic>
      <p:sp>
        <p:nvSpPr>
          <p:cNvPr id="360" name="Google Shape;360;p39"/>
          <p:cNvSpPr txBox="1"/>
          <p:nvPr/>
        </p:nvSpPr>
        <p:spPr>
          <a:xfrm>
            <a:off x="0" y="2110050"/>
            <a:ext cx="91440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4800">
                <a:solidFill>
                  <a:schemeClr val="lt1"/>
                </a:solidFill>
                <a:latin typeface="Poppins"/>
                <a:ea typeface="Poppins"/>
                <a:cs typeface="Poppins"/>
                <a:sym typeface="Poppins"/>
              </a:rPr>
              <a:t>Terima Kasih!</a:t>
            </a:r>
            <a:endParaRPr b="1" sz="4800">
              <a:solidFill>
                <a:schemeClr val="lt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